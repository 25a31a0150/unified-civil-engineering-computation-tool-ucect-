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Lst>
  <p:sldSz cy="5143500" cx="9144000"/>
  <p:notesSz cx="6858000" cy="9144000"/>
  <p:embeddedFontLst>
    <p:embeddedFont>
      <p:font typeface="Nunito"/>
      <p:regular r:id="rId30"/>
      <p:bold r:id="rId31"/>
      <p:italic r:id="rId32"/>
      <p:boldItalic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Nunito-bold.fntdata"/><Relationship Id="rId30" Type="http://schemas.openxmlformats.org/officeDocument/2006/relationships/font" Target="fonts/Nunito-regular.fntdata"/><Relationship Id="rId11" Type="http://schemas.openxmlformats.org/officeDocument/2006/relationships/slide" Target="slides/slide6.xml"/><Relationship Id="rId33" Type="http://schemas.openxmlformats.org/officeDocument/2006/relationships/font" Target="fonts/Nunito-boldItalic.fntdata"/><Relationship Id="rId10" Type="http://schemas.openxmlformats.org/officeDocument/2006/relationships/slide" Target="slides/slide5.xml"/><Relationship Id="rId32" Type="http://schemas.openxmlformats.org/officeDocument/2006/relationships/font" Target="fonts/Nunito-italic.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532b203c21f021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532b203c21f021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61499e4330edbc2f_1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61499e4330edbc2f_1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6dfa8bf0d9605d46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6dfa8bf0d9605d46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61499e4330edbc2f_12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61499e4330edbc2f_12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61499e4330edbc2f_12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61499e4330edbc2f_12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61499e4330edbc2f_12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61499e4330edbc2f_12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61499e4330edbc2f_12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61499e4330edbc2f_12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61499e4330edbc2f_12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61499e4330edbc2f_12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61499e4330edbc2f_2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61499e4330edbc2f_2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61499e4330edbc2f_2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61499e4330edbc2f_2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61499e4330edbc2f_10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61499e4330edbc2f_10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61499e4330edbc2f_1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61499e4330edbc2f_1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61499e4330edbc2f_11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61499e4330edbc2f_1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61499e4330edbc2f_11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61499e4330edbc2f_1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61499e4330edbc2f_11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61499e4330edbc2f_1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61499e4330edbc2f_11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61499e4330edbc2f_11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61499e4330edbc2f_11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1" name="Google Shape;221;g61499e4330edbc2f_11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61499e4330edbc2f_11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61499e4330edbc2f_11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61499e4330edbc2f_11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1" name="Google Shape;231;g61499e4330edbc2f_11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61499e4330edbc2f_11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61499e4330edbc2f_11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61499e4330edbc2f_11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61499e4330edbc2f_11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61499e4330edbc2f_11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6" name="Google Shape;246;g61499e4330edbc2f_11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61499e4330edbc2f_11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1" name="Google Shape;251;g61499e4330edbc2f_11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61499e4330edbc2f_11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7" name="Google Shape;257;g61499e4330edbc2f_11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6"/>
        </a:solidFill>
      </p:bgPr>
    </p:bg>
    <p:spTree>
      <p:nvGrpSpPr>
        <p:cNvPr id="9" name="Shape 9"/>
        <p:cNvGrpSpPr/>
        <p:nvPr/>
      </p:nvGrpSpPr>
      <p:grpSpPr>
        <a:xfrm>
          <a:off x="0" y="0"/>
          <a:ext cx="0" cy="0"/>
          <a:chOff x="0" y="0"/>
          <a:chExt cx="0" cy="0"/>
        </a:xfrm>
      </p:grpSpPr>
      <p:sp>
        <p:nvSpPr>
          <p:cNvPr id="10" name="Google Shape;10;p2"/>
          <p:cNvSpPr/>
          <p:nvPr/>
        </p:nvSpPr>
        <p:spPr>
          <a:xfrm>
            <a:off x="31" y="2824500"/>
            <a:ext cx="7370400" cy="23190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flipH="1">
            <a:off x="3582600" y="1550700"/>
            <a:ext cx="5561400" cy="35928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rot="10800000">
            <a:off x="5058905" y="0"/>
            <a:ext cx="4085100" cy="20526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20327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 name="Google Shape;14;p2"/>
          <p:cNvGrpSpPr/>
          <p:nvPr/>
        </p:nvGrpSpPr>
        <p:grpSpPr>
          <a:xfrm>
            <a:off x="255200" y="592"/>
            <a:ext cx="2250363" cy="1044300"/>
            <a:chOff x="255200" y="592"/>
            <a:chExt cx="2250363" cy="1044300"/>
          </a:xfrm>
        </p:grpSpPr>
        <p:sp>
          <p:nvSpPr>
            <p:cNvPr id="15" name="Google Shape;15;p2"/>
            <p:cNvSpPr/>
            <p:nvPr/>
          </p:nvSpPr>
          <p:spPr>
            <a:xfrm>
              <a:off x="764063"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509632"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255200"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 name="Google Shape;18;p2"/>
          <p:cNvGrpSpPr/>
          <p:nvPr/>
        </p:nvGrpSpPr>
        <p:grpSpPr>
          <a:xfrm>
            <a:off x="905395" y="592"/>
            <a:ext cx="2250363" cy="1044300"/>
            <a:chOff x="905395" y="592"/>
            <a:chExt cx="2250363" cy="1044300"/>
          </a:xfrm>
        </p:grpSpPr>
        <p:sp>
          <p:nvSpPr>
            <p:cNvPr id="19" name="Google Shape;19;p2"/>
            <p:cNvSpPr/>
            <p:nvPr/>
          </p:nvSpPr>
          <p:spPr>
            <a:xfrm>
              <a:off x="1414258"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1159826"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905395"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 name="Google Shape;22;p2"/>
          <p:cNvGrpSpPr/>
          <p:nvPr/>
        </p:nvGrpSpPr>
        <p:grpSpPr>
          <a:xfrm>
            <a:off x="7057468" y="5088"/>
            <a:ext cx="1851282" cy="752108"/>
            <a:chOff x="6917201" y="0"/>
            <a:chExt cx="2227777" cy="863400"/>
          </a:xfrm>
        </p:grpSpPr>
        <p:sp>
          <p:nvSpPr>
            <p:cNvPr id="23" name="Google Shape;23;p2"/>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2"/>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 name="Google Shape;26;p2"/>
          <p:cNvGrpSpPr/>
          <p:nvPr/>
        </p:nvGrpSpPr>
        <p:grpSpPr>
          <a:xfrm>
            <a:off x="6553032" y="4217852"/>
            <a:ext cx="2389068" cy="925737"/>
            <a:chOff x="6917201" y="0"/>
            <a:chExt cx="2227777" cy="863400"/>
          </a:xfrm>
        </p:grpSpPr>
        <p:sp>
          <p:nvSpPr>
            <p:cNvPr id="27" name="Google Shape;27;p2"/>
            <p:cNvSpPr/>
            <p:nvPr/>
          </p:nvSpPr>
          <p:spPr>
            <a:xfrm>
              <a:off x="7641677"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7279439"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2"/>
            <p:cNvSpPr/>
            <p:nvPr/>
          </p:nvSpPr>
          <p:spPr>
            <a:xfrm>
              <a:off x="6917201"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 name="Google Shape;30;p2"/>
          <p:cNvGrpSpPr/>
          <p:nvPr/>
        </p:nvGrpSpPr>
        <p:grpSpPr>
          <a:xfrm>
            <a:off x="199149" y="4055652"/>
            <a:ext cx="2795414" cy="1083308"/>
            <a:chOff x="6917201" y="0"/>
            <a:chExt cx="2227777" cy="863400"/>
          </a:xfrm>
        </p:grpSpPr>
        <p:sp>
          <p:nvSpPr>
            <p:cNvPr id="31" name="Google Shape;31;p2"/>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 name="Google Shape;34;p2"/>
          <p:cNvSpPr txBox="1"/>
          <p:nvPr>
            <p:ph type="ctrTitle"/>
          </p:nvPr>
        </p:nvSpPr>
        <p:spPr>
          <a:xfrm>
            <a:off x="1858703" y="1822833"/>
            <a:ext cx="5361300" cy="14481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p:txBody>
      </p:sp>
      <p:sp>
        <p:nvSpPr>
          <p:cNvPr id="35" name="Google Shape;35;p2"/>
          <p:cNvSpPr txBox="1"/>
          <p:nvPr>
            <p:ph idx="1" type="subTitle"/>
          </p:nvPr>
        </p:nvSpPr>
        <p:spPr>
          <a:xfrm>
            <a:off x="1858700" y="3413158"/>
            <a:ext cx="5361300" cy="52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1600"/>
              <a:buNone/>
              <a:defRPr sz="1600">
                <a:solidFill>
                  <a:schemeClr val="lt1"/>
                </a:solidFill>
              </a:defRPr>
            </a:lvl1pPr>
            <a:lvl2pPr lvl="1" algn="ctr">
              <a:lnSpc>
                <a:spcPct val="100000"/>
              </a:lnSpc>
              <a:spcBef>
                <a:spcPts val="0"/>
              </a:spcBef>
              <a:spcAft>
                <a:spcPts val="0"/>
              </a:spcAft>
              <a:buClr>
                <a:schemeClr val="lt1"/>
              </a:buClr>
              <a:buSzPts val="1600"/>
              <a:buNone/>
              <a:defRPr sz="1600">
                <a:solidFill>
                  <a:schemeClr val="lt1"/>
                </a:solidFill>
              </a:defRPr>
            </a:lvl2pPr>
            <a:lvl3pPr lvl="2" algn="ctr">
              <a:lnSpc>
                <a:spcPct val="100000"/>
              </a:lnSpc>
              <a:spcBef>
                <a:spcPts val="0"/>
              </a:spcBef>
              <a:spcAft>
                <a:spcPts val="0"/>
              </a:spcAft>
              <a:buClr>
                <a:schemeClr val="lt1"/>
              </a:buClr>
              <a:buSzPts val="1600"/>
              <a:buNone/>
              <a:defRPr sz="1600">
                <a:solidFill>
                  <a:schemeClr val="lt1"/>
                </a:solidFill>
              </a:defRPr>
            </a:lvl3pPr>
            <a:lvl4pPr lvl="3" algn="ctr">
              <a:lnSpc>
                <a:spcPct val="100000"/>
              </a:lnSpc>
              <a:spcBef>
                <a:spcPts val="0"/>
              </a:spcBef>
              <a:spcAft>
                <a:spcPts val="0"/>
              </a:spcAft>
              <a:buClr>
                <a:schemeClr val="lt1"/>
              </a:buClr>
              <a:buSzPts val="1600"/>
              <a:buNone/>
              <a:defRPr sz="1600">
                <a:solidFill>
                  <a:schemeClr val="lt1"/>
                </a:solidFill>
              </a:defRPr>
            </a:lvl4pPr>
            <a:lvl5pPr lvl="4" algn="ctr">
              <a:lnSpc>
                <a:spcPct val="100000"/>
              </a:lnSpc>
              <a:spcBef>
                <a:spcPts val="0"/>
              </a:spcBef>
              <a:spcAft>
                <a:spcPts val="0"/>
              </a:spcAft>
              <a:buClr>
                <a:schemeClr val="lt1"/>
              </a:buClr>
              <a:buSzPts val="1600"/>
              <a:buNone/>
              <a:defRPr sz="1600">
                <a:solidFill>
                  <a:schemeClr val="lt1"/>
                </a:solidFill>
              </a:defRPr>
            </a:lvl5pPr>
            <a:lvl6pPr lvl="5" algn="ctr">
              <a:lnSpc>
                <a:spcPct val="100000"/>
              </a:lnSpc>
              <a:spcBef>
                <a:spcPts val="0"/>
              </a:spcBef>
              <a:spcAft>
                <a:spcPts val="0"/>
              </a:spcAft>
              <a:buClr>
                <a:schemeClr val="lt1"/>
              </a:buClr>
              <a:buSzPts val="1600"/>
              <a:buNone/>
              <a:defRPr sz="1600">
                <a:solidFill>
                  <a:schemeClr val="lt1"/>
                </a:solidFill>
              </a:defRPr>
            </a:lvl6pPr>
            <a:lvl7pPr lvl="6" algn="ctr">
              <a:lnSpc>
                <a:spcPct val="100000"/>
              </a:lnSpc>
              <a:spcBef>
                <a:spcPts val="0"/>
              </a:spcBef>
              <a:spcAft>
                <a:spcPts val="0"/>
              </a:spcAft>
              <a:buClr>
                <a:schemeClr val="lt1"/>
              </a:buClr>
              <a:buSzPts val="1600"/>
              <a:buNone/>
              <a:defRPr sz="1600">
                <a:solidFill>
                  <a:schemeClr val="lt1"/>
                </a:solidFill>
              </a:defRPr>
            </a:lvl7pPr>
            <a:lvl8pPr lvl="7" algn="ctr">
              <a:lnSpc>
                <a:spcPct val="100000"/>
              </a:lnSpc>
              <a:spcBef>
                <a:spcPts val="0"/>
              </a:spcBef>
              <a:spcAft>
                <a:spcPts val="0"/>
              </a:spcAft>
              <a:buClr>
                <a:schemeClr val="lt1"/>
              </a:buClr>
              <a:buSzPts val="1600"/>
              <a:buNone/>
              <a:defRPr sz="1600">
                <a:solidFill>
                  <a:schemeClr val="lt1"/>
                </a:solidFill>
              </a:defRPr>
            </a:lvl8pPr>
            <a:lvl9pPr lvl="8" algn="ctr">
              <a:lnSpc>
                <a:spcPct val="100000"/>
              </a:lnSpc>
              <a:spcBef>
                <a:spcPts val="0"/>
              </a:spcBef>
              <a:spcAft>
                <a:spcPts val="0"/>
              </a:spcAft>
              <a:buClr>
                <a:schemeClr val="lt1"/>
              </a:buClr>
              <a:buSzPts val="1600"/>
              <a:buNone/>
              <a:defRPr sz="1600">
                <a:solidFill>
                  <a:schemeClr val="lt1"/>
                </a:solidFill>
              </a:defRPr>
            </a:lvl9pPr>
          </a:lstStyle>
          <a:p/>
        </p:txBody>
      </p:sp>
      <p:sp>
        <p:nvSpPr>
          <p:cNvPr id="36" name="Google Shape;36;p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37" name="Shape 37"/>
        <p:cNvGrpSpPr/>
        <p:nvPr/>
      </p:nvGrpSpPr>
      <p:grpSpPr>
        <a:xfrm>
          <a:off x="0" y="0"/>
          <a:ext cx="0" cy="0"/>
          <a:chOff x="0" y="0"/>
          <a:chExt cx="0" cy="0"/>
        </a:xfrm>
      </p:grpSpPr>
      <p:sp>
        <p:nvSpPr>
          <p:cNvPr id="38" name="Google Shape;38;p3"/>
          <p:cNvSpPr/>
          <p:nvPr/>
        </p:nvSpPr>
        <p:spPr>
          <a:xfrm flipH="1">
            <a:off x="4757100" y="2309400"/>
            <a:ext cx="4386900" cy="28341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 name="Google Shape;39;p3"/>
          <p:cNvGrpSpPr/>
          <p:nvPr/>
        </p:nvGrpSpPr>
        <p:grpSpPr>
          <a:xfrm>
            <a:off x="5594191" y="3961115"/>
            <a:ext cx="2910145" cy="1182340"/>
            <a:chOff x="6917201" y="0"/>
            <a:chExt cx="2227777" cy="863400"/>
          </a:xfrm>
        </p:grpSpPr>
        <p:sp>
          <p:nvSpPr>
            <p:cNvPr id="40" name="Google Shape;40;p3"/>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3"/>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3"/>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 name="Google Shape;43;p3"/>
          <p:cNvGrpSpPr/>
          <p:nvPr/>
        </p:nvGrpSpPr>
        <p:grpSpPr>
          <a:xfrm>
            <a:off x="199149" y="2"/>
            <a:ext cx="2795414" cy="1083308"/>
            <a:chOff x="6917201" y="0"/>
            <a:chExt cx="2227777" cy="863400"/>
          </a:xfrm>
        </p:grpSpPr>
        <p:sp>
          <p:nvSpPr>
            <p:cNvPr id="44" name="Google Shape;44;p3"/>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3"/>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3"/>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7" name="Google Shape;47;p3"/>
          <p:cNvSpPr txBox="1"/>
          <p:nvPr>
            <p:ph type="title"/>
          </p:nvPr>
        </p:nvSpPr>
        <p:spPr>
          <a:xfrm>
            <a:off x="1888684" y="1746100"/>
            <a:ext cx="5377500" cy="16461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2"/>
              </a:buClr>
              <a:buSzPts val="3200"/>
              <a:buNone/>
              <a:defRPr sz="3200">
                <a:solidFill>
                  <a:schemeClr val="dk2"/>
                </a:solidFill>
              </a:defRPr>
            </a:lvl1pPr>
            <a:lvl2pPr lvl="1" algn="ctr">
              <a:spcBef>
                <a:spcPts val="0"/>
              </a:spcBef>
              <a:spcAft>
                <a:spcPts val="0"/>
              </a:spcAft>
              <a:buClr>
                <a:schemeClr val="dk2"/>
              </a:buClr>
              <a:buSzPts val="3200"/>
              <a:buNone/>
              <a:defRPr sz="3200">
                <a:solidFill>
                  <a:schemeClr val="dk2"/>
                </a:solidFill>
              </a:defRPr>
            </a:lvl2pPr>
            <a:lvl3pPr lvl="2" algn="ctr">
              <a:spcBef>
                <a:spcPts val="0"/>
              </a:spcBef>
              <a:spcAft>
                <a:spcPts val="0"/>
              </a:spcAft>
              <a:buClr>
                <a:schemeClr val="dk2"/>
              </a:buClr>
              <a:buSzPts val="3200"/>
              <a:buNone/>
              <a:defRPr sz="3200">
                <a:solidFill>
                  <a:schemeClr val="dk2"/>
                </a:solidFill>
              </a:defRPr>
            </a:lvl3pPr>
            <a:lvl4pPr lvl="3" algn="ctr">
              <a:spcBef>
                <a:spcPts val="0"/>
              </a:spcBef>
              <a:spcAft>
                <a:spcPts val="0"/>
              </a:spcAft>
              <a:buClr>
                <a:schemeClr val="dk2"/>
              </a:buClr>
              <a:buSzPts val="3200"/>
              <a:buNone/>
              <a:defRPr sz="3200">
                <a:solidFill>
                  <a:schemeClr val="dk2"/>
                </a:solidFill>
              </a:defRPr>
            </a:lvl4pPr>
            <a:lvl5pPr lvl="4" algn="ctr">
              <a:spcBef>
                <a:spcPts val="0"/>
              </a:spcBef>
              <a:spcAft>
                <a:spcPts val="0"/>
              </a:spcAft>
              <a:buClr>
                <a:schemeClr val="dk2"/>
              </a:buClr>
              <a:buSzPts val="3200"/>
              <a:buNone/>
              <a:defRPr sz="3200">
                <a:solidFill>
                  <a:schemeClr val="dk2"/>
                </a:solidFill>
              </a:defRPr>
            </a:lvl5pPr>
            <a:lvl6pPr lvl="5" algn="ctr">
              <a:spcBef>
                <a:spcPts val="0"/>
              </a:spcBef>
              <a:spcAft>
                <a:spcPts val="0"/>
              </a:spcAft>
              <a:buClr>
                <a:schemeClr val="dk2"/>
              </a:buClr>
              <a:buSzPts val="3200"/>
              <a:buNone/>
              <a:defRPr sz="3200">
                <a:solidFill>
                  <a:schemeClr val="dk2"/>
                </a:solidFill>
              </a:defRPr>
            </a:lvl6pPr>
            <a:lvl7pPr lvl="6" algn="ctr">
              <a:spcBef>
                <a:spcPts val="0"/>
              </a:spcBef>
              <a:spcAft>
                <a:spcPts val="0"/>
              </a:spcAft>
              <a:buClr>
                <a:schemeClr val="dk2"/>
              </a:buClr>
              <a:buSzPts val="3200"/>
              <a:buNone/>
              <a:defRPr sz="3200">
                <a:solidFill>
                  <a:schemeClr val="dk2"/>
                </a:solidFill>
              </a:defRPr>
            </a:lvl7pPr>
            <a:lvl8pPr lvl="7" algn="ctr">
              <a:spcBef>
                <a:spcPts val="0"/>
              </a:spcBef>
              <a:spcAft>
                <a:spcPts val="0"/>
              </a:spcAft>
              <a:buClr>
                <a:schemeClr val="dk2"/>
              </a:buClr>
              <a:buSzPts val="3200"/>
              <a:buNone/>
              <a:defRPr sz="3200">
                <a:solidFill>
                  <a:schemeClr val="dk2"/>
                </a:solidFill>
              </a:defRPr>
            </a:lvl8pPr>
            <a:lvl9pPr lvl="8" algn="ctr">
              <a:spcBef>
                <a:spcPts val="0"/>
              </a:spcBef>
              <a:spcAft>
                <a:spcPts val="0"/>
              </a:spcAft>
              <a:buClr>
                <a:schemeClr val="dk2"/>
              </a:buClr>
              <a:buSzPts val="3200"/>
              <a:buNone/>
              <a:defRPr sz="3200">
                <a:solidFill>
                  <a:schemeClr val="dk2"/>
                </a:solidFill>
              </a:defRPr>
            </a:lvl9pPr>
          </a:lstStyle>
          <a:p/>
        </p:txBody>
      </p:sp>
      <p:sp>
        <p:nvSpPr>
          <p:cNvPr id="48" name="Google Shape;48;p3"/>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solidFill>
          <a:schemeClr val="dk2"/>
        </a:solidFill>
      </p:bgPr>
    </p:bg>
    <p:spTree>
      <p:nvGrpSpPr>
        <p:cNvPr id="49" name="Shape 49"/>
        <p:cNvGrpSpPr/>
        <p:nvPr/>
      </p:nvGrpSpPr>
      <p:grpSpPr>
        <a:xfrm>
          <a:off x="0" y="0"/>
          <a:ext cx="0" cy="0"/>
          <a:chOff x="0" y="0"/>
          <a:chExt cx="0" cy="0"/>
        </a:xfrm>
      </p:grpSpPr>
      <p:sp>
        <p:nvSpPr>
          <p:cNvPr id="50" name="Google Shape;50;p4"/>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4"/>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4"/>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4"/>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54" name="Google Shape;54;p4"/>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4"/>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chemeClr val="dk2"/>
        </a:solidFill>
      </p:bgPr>
    </p:bg>
    <p:spTree>
      <p:nvGrpSpPr>
        <p:cNvPr id="56" name="Shape 56"/>
        <p:cNvGrpSpPr/>
        <p:nvPr/>
      </p:nvGrpSpPr>
      <p:grpSpPr>
        <a:xfrm>
          <a:off x="0" y="0"/>
          <a:ext cx="0" cy="0"/>
          <a:chOff x="0" y="0"/>
          <a:chExt cx="0" cy="0"/>
        </a:xfrm>
      </p:grpSpPr>
      <p:sp>
        <p:nvSpPr>
          <p:cNvPr id="57" name="Google Shape;57;p5"/>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5"/>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5"/>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5"/>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1" name="Google Shape;61;p5"/>
          <p:cNvSpPr txBox="1"/>
          <p:nvPr>
            <p:ph idx="1" type="body"/>
          </p:nvPr>
        </p:nvSpPr>
        <p:spPr>
          <a:xfrm>
            <a:off x="819150" y="1990725"/>
            <a:ext cx="36861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2" name="Google Shape;62;p5"/>
          <p:cNvSpPr txBox="1"/>
          <p:nvPr>
            <p:ph idx="2" type="body"/>
          </p:nvPr>
        </p:nvSpPr>
        <p:spPr>
          <a:xfrm>
            <a:off x="4638675" y="1990725"/>
            <a:ext cx="36861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3" name="Google Shape;63;p5"/>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solidFill>
          <a:schemeClr val="dk2"/>
        </a:solidFill>
      </p:bgPr>
    </p:bg>
    <p:spTree>
      <p:nvGrpSpPr>
        <p:cNvPr id="64" name="Shape 64"/>
        <p:cNvGrpSpPr/>
        <p:nvPr/>
      </p:nvGrpSpPr>
      <p:grpSpPr>
        <a:xfrm>
          <a:off x="0" y="0"/>
          <a:ext cx="0" cy="0"/>
          <a:chOff x="0" y="0"/>
          <a:chExt cx="0" cy="0"/>
        </a:xfrm>
      </p:grpSpPr>
      <p:sp>
        <p:nvSpPr>
          <p:cNvPr id="65" name="Google Shape;65;p6"/>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6"/>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6"/>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6"/>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9" name="Google Shape;69;p6"/>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bg>
      <p:bgPr>
        <a:solidFill>
          <a:schemeClr val="accent3"/>
        </a:solidFill>
      </p:bgPr>
    </p:bg>
    <p:spTree>
      <p:nvGrpSpPr>
        <p:cNvPr id="70" name="Shape 70"/>
        <p:cNvGrpSpPr/>
        <p:nvPr/>
      </p:nvGrpSpPr>
      <p:grpSpPr>
        <a:xfrm>
          <a:off x="0" y="0"/>
          <a:ext cx="0" cy="0"/>
          <a:chOff x="0" y="0"/>
          <a:chExt cx="0" cy="0"/>
        </a:xfrm>
      </p:grpSpPr>
      <p:sp>
        <p:nvSpPr>
          <p:cNvPr id="71" name="Google Shape;71;p7"/>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7"/>
          <p:cNvSpPr/>
          <p:nvPr/>
        </p:nvSpPr>
        <p:spPr>
          <a:xfrm>
            <a:off x="31" y="2824500"/>
            <a:ext cx="7370400" cy="23190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7"/>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7"/>
          <p:cNvSpPr txBox="1"/>
          <p:nvPr>
            <p:ph type="title"/>
          </p:nvPr>
        </p:nvSpPr>
        <p:spPr>
          <a:xfrm>
            <a:off x="819150" y="845600"/>
            <a:ext cx="3709200" cy="13830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75" name="Google Shape;75;p7"/>
          <p:cNvSpPr txBox="1"/>
          <p:nvPr>
            <p:ph idx="1" type="body"/>
          </p:nvPr>
        </p:nvSpPr>
        <p:spPr>
          <a:xfrm>
            <a:off x="830700" y="2319050"/>
            <a:ext cx="3709200" cy="21198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76" name="Google Shape;76;p7"/>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1"/>
        </a:solidFill>
      </p:bgPr>
    </p:bg>
    <p:spTree>
      <p:nvGrpSpPr>
        <p:cNvPr id="77" name="Shape 77"/>
        <p:cNvGrpSpPr/>
        <p:nvPr/>
      </p:nvGrpSpPr>
      <p:grpSpPr>
        <a:xfrm>
          <a:off x="0" y="0"/>
          <a:ext cx="0" cy="0"/>
          <a:chOff x="0" y="0"/>
          <a:chExt cx="0" cy="0"/>
        </a:xfrm>
      </p:grpSpPr>
      <p:sp>
        <p:nvSpPr>
          <p:cNvPr id="78" name="Google Shape;78;p8"/>
          <p:cNvSpPr/>
          <p:nvPr/>
        </p:nvSpPr>
        <p:spPr>
          <a:xfrm>
            <a:off x="0" y="2823144"/>
            <a:ext cx="7369200" cy="23169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flipH="1">
            <a:off x="3583210" y="1554113"/>
            <a:ext cx="5560500" cy="35895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0" name="Google Shape;80;p8"/>
          <p:cNvGrpSpPr/>
          <p:nvPr/>
        </p:nvGrpSpPr>
        <p:grpSpPr>
          <a:xfrm>
            <a:off x="255991" y="-118"/>
            <a:ext cx="2251347" cy="1043408"/>
            <a:chOff x="3961956" y="4383950"/>
            <a:chExt cx="1160548" cy="548700"/>
          </a:xfrm>
        </p:grpSpPr>
        <p:sp>
          <p:nvSpPr>
            <p:cNvPr id="81" name="Google Shape;81;p8"/>
            <p:cNvSpPr/>
            <p:nvPr/>
          </p:nvSpPr>
          <p:spPr>
            <a:xfrm>
              <a:off x="4224904"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a:off x="4093430"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a:off x="3961956"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4" name="Google Shape;84;p8"/>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5" name="Google Shape;85;p8"/>
          <p:cNvGrpSpPr/>
          <p:nvPr/>
        </p:nvGrpSpPr>
        <p:grpSpPr>
          <a:xfrm>
            <a:off x="34934" y="4522125"/>
            <a:ext cx="1593306" cy="617072"/>
            <a:chOff x="6917201" y="0"/>
            <a:chExt cx="2227777" cy="863400"/>
          </a:xfrm>
        </p:grpSpPr>
        <p:sp>
          <p:nvSpPr>
            <p:cNvPr id="86" name="Google Shape;86;p8"/>
            <p:cNvSpPr/>
            <p:nvPr/>
          </p:nvSpPr>
          <p:spPr>
            <a:xfrm>
              <a:off x="7641677"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a:off x="7279439"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a:off x="6917201"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9" name="Google Shape;89;p8"/>
          <p:cNvGrpSpPr/>
          <p:nvPr/>
        </p:nvGrpSpPr>
        <p:grpSpPr>
          <a:xfrm>
            <a:off x="5886353" y="1243"/>
            <a:ext cx="3257455" cy="1261514"/>
            <a:chOff x="6917201" y="0"/>
            <a:chExt cx="2227777" cy="863400"/>
          </a:xfrm>
        </p:grpSpPr>
        <p:sp>
          <p:nvSpPr>
            <p:cNvPr id="90" name="Google Shape;90;p8"/>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8"/>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8"/>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3" name="Google Shape;93;p8"/>
          <p:cNvSpPr txBox="1"/>
          <p:nvPr>
            <p:ph type="title"/>
          </p:nvPr>
        </p:nvSpPr>
        <p:spPr>
          <a:xfrm>
            <a:off x="1393929" y="1301146"/>
            <a:ext cx="6366900" cy="25392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200"/>
              <a:buNone/>
              <a:defRPr sz="3200"/>
            </a:lvl1pPr>
            <a:lvl2pPr lvl="1" algn="ctr">
              <a:spcBef>
                <a:spcPts val="0"/>
              </a:spcBef>
              <a:spcAft>
                <a:spcPts val="0"/>
              </a:spcAft>
              <a:buSzPts val="3200"/>
              <a:buNone/>
              <a:defRPr sz="3200"/>
            </a:lvl2pPr>
            <a:lvl3pPr lvl="2" algn="ctr">
              <a:spcBef>
                <a:spcPts val="0"/>
              </a:spcBef>
              <a:spcAft>
                <a:spcPts val="0"/>
              </a:spcAft>
              <a:buSzPts val="3200"/>
              <a:buNone/>
              <a:defRPr sz="3200"/>
            </a:lvl3pPr>
            <a:lvl4pPr lvl="3" algn="ctr">
              <a:spcBef>
                <a:spcPts val="0"/>
              </a:spcBef>
              <a:spcAft>
                <a:spcPts val="0"/>
              </a:spcAft>
              <a:buSzPts val="3200"/>
              <a:buNone/>
              <a:defRPr sz="3200"/>
            </a:lvl4pPr>
            <a:lvl5pPr lvl="4" algn="ctr">
              <a:spcBef>
                <a:spcPts val="0"/>
              </a:spcBef>
              <a:spcAft>
                <a:spcPts val="0"/>
              </a:spcAft>
              <a:buSzPts val="3200"/>
              <a:buNone/>
              <a:defRPr sz="3200"/>
            </a:lvl5pPr>
            <a:lvl6pPr lvl="5" algn="ctr">
              <a:spcBef>
                <a:spcPts val="0"/>
              </a:spcBef>
              <a:spcAft>
                <a:spcPts val="0"/>
              </a:spcAft>
              <a:buSzPts val="3200"/>
              <a:buNone/>
              <a:defRPr sz="3200"/>
            </a:lvl6pPr>
            <a:lvl7pPr lvl="6" algn="ctr">
              <a:spcBef>
                <a:spcPts val="0"/>
              </a:spcBef>
              <a:spcAft>
                <a:spcPts val="0"/>
              </a:spcAft>
              <a:buSzPts val="3200"/>
              <a:buNone/>
              <a:defRPr sz="3200"/>
            </a:lvl7pPr>
            <a:lvl8pPr lvl="7" algn="ctr">
              <a:spcBef>
                <a:spcPts val="0"/>
              </a:spcBef>
              <a:spcAft>
                <a:spcPts val="0"/>
              </a:spcAft>
              <a:buSzPts val="3200"/>
              <a:buNone/>
              <a:defRPr sz="3200"/>
            </a:lvl8pPr>
            <a:lvl9pPr lvl="8" algn="ctr">
              <a:spcBef>
                <a:spcPts val="0"/>
              </a:spcBef>
              <a:spcAft>
                <a:spcPts val="0"/>
              </a:spcAft>
              <a:buSzPts val="3200"/>
              <a:buNone/>
              <a:defRPr sz="3200"/>
            </a:lvl9pPr>
          </a:lstStyle>
          <a:p/>
        </p:txBody>
      </p:sp>
      <p:sp>
        <p:nvSpPr>
          <p:cNvPr id="94" name="Google Shape;94;p8"/>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solidFill>
          <a:schemeClr val="dk2"/>
        </a:solidFill>
      </p:bgPr>
    </p:bg>
    <p:spTree>
      <p:nvGrpSpPr>
        <p:cNvPr id="95" name="Shape 95"/>
        <p:cNvGrpSpPr/>
        <p:nvPr/>
      </p:nvGrpSpPr>
      <p:grpSpPr>
        <a:xfrm>
          <a:off x="0" y="0"/>
          <a:ext cx="0" cy="0"/>
          <a:chOff x="0" y="0"/>
          <a:chExt cx="0" cy="0"/>
        </a:xfrm>
      </p:grpSpPr>
      <p:sp>
        <p:nvSpPr>
          <p:cNvPr id="96" name="Google Shape;96;p9"/>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9"/>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9"/>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9"/>
          <p:cNvSpPr txBox="1"/>
          <p:nvPr>
            <p:ph type="title"/>
          </p:nvPr>
        </p:nvSpPr>
        <p:spPr>
          <a:xfrm>
            <a:off x="819150" y="845600"/>
            <a:ext cx="6424200" cy="7050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00" name="Google Shape;100;p9"/>
          <p:cNvSpPr txBox="1"/>
          <p:nvPr>
            <p:ph idx="1" type="subTitle"/>
          </p:nvPr>
        </p:nvSpPr>
        <p:spPr>
          <a:xfrm>
            <a:off x="819150" y="1550700"/>
            <a:ext cx="5859900" cy="3936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p:txBody>
      </p:sp>
      <p:sp>
        <p:nvSpPr>
          <p:cNvPr id="101" name="Google Shape;101;p9"/>
          <p:cNvSpPr txBox="1"/>
          <p:nvPr>
            <p:ph idx="2" type="body"/>
          </p:nvPr>
        </p:nvSpPr>
        <p:spPr>
          <a:xfrm>
            <a:off x="819150" y="2467050"/>
            <a:ext cx="5859900" cy="209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02" name="Google Shape;102;p9"/>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bg>
      <p:bgPr>
        <a:solidFill>
          <a:schemeClr val="accent1"/>
        </a:solidFill>
      </p:bgPr>
    </p:bg>
    <p:spTree>
      <p:nvGrpSpPr>
        <p:cNvPr id="103" name="Shape 103"/>
        <p:cNvGrpSpPr/>
        <p:nvPr/>
      </p:nvGrpSpPr>
      <p:grpSpPr>
        <a:xfrm>
          <a:off x="0" y="0"/>
          <a:ext cx="0" cy="0"/>
          <a:chOff x="0" y="0"/>
          <a:chExt cx="0" cy="0"/>
        </a:xfrm>
      </p:grpSpPr>
      <p:sp>
        <p:nvSpPr>
          <p:cNvPr id="104" name="Google Shape;104;p10"/>
          <p:cNvSpPr/>
          <p:nvPr/>
        </p:nvSpPr>
        <p:spPr>
          <a:xfrm>
            <a:off x="31" y="2824500"/>
            <a:ext cx="7370400" cy="23190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0"/>
          <p:cNvSpPr/>
          <p:nvPr/>
        </p:nvSpPr>
        <p:spPr>
          <a:xfrm flipH="1">
            <a:off x="3582600" y="1550700"/>
            <a:ext cx="5561400" cy="35928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0"/>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10"/>
          <p:cNvSpPr txBox="1"/>
          <p:nvPr>
            <p:ph idx="1" type="body"/>
          </p:nvPr>
        </p:nvSpPr>
        <p:spPr>
          <a:xfrm>
            <a:off x="328025" y="4163500"/>
            <a:ext cx="7415100" cy="605100"/>
          </a:xfrm>
          <a:prstGeom prst="rect">
            <a:avLst/>
          </a:prstGeom>
        </p:spPr>
        <p:txBody>
          <a:bodyPr anchorCtr="0" anchor="b"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8" name="Google Shape;108;p10"/>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09" name="Shape 109"/>
        <p:cNvGrpSpPr/>
        <p:nvPr/>
      </p:nvGrpSpPr>
      <p:grpSpPr>
        <a:xfrm>
          <a:off x="0" y="0"/>
          <a:ext cx="0" cy="0"/>
          <a:chOff x="0" y="0"/>
          <a:chExt cx="0" cy="0"/>
        </a:xfrm>
      </p:grpSpPr>
      <p:sp>
        <p:nvSpPr>
          <p:cNvPr id="110" name="Google Shape;110;p11"/>
          <p:cNvSpPr/>
          <p:nvPr/>
        </p:nvSpPr>
        <p:spPr>
          <a:xfrm flipH="1">
            <a:off x="5569200" y="2834075"/>
            <a:ext cx="3574800" cy="23094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1" name="Google Shape;111;p11"/>
          <p:cNvGrpSpPr/>
          <p:nvPr/>
        </p:nvGrpSpPr>
        <p:grpSpPr>
          <a:xfrm>
            <a:off x="5959222" y="4119576"/>
            <a:ext cx="2520952" cy="1024165"/>
            <a:chOff x="6917201" y="0"/>
            <a:chExt cx="2227777" cy="863400"/>
          </a:xfrm>
        </p:grpSpPr>
        <p:sp>
          <p:nvSpPr>
            <p:cNvPr id="112" name="Google Shape;112;p11"/>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5" name="Google Shape;115;p11"/>
          <p:cNvGrpSpPr/>
          <p:nvPr/>
        </p:nvGrpSpPr>
        <p:grpSpPr>
          <a:xfrm>
            <a:off x="199149" y="2"/>
            <a:ext cx="2795414" cy="1083308"/>
            <a:chOff x="6917201" y="0"/>
            <a:chExt cx="2227777" cy="863400"/>
          </a:xfrm>
        </p:grpSpPr>
        <p:sp>
          <p:nvSpPr>
            <p:cNvPr id="116" name="Google Shape;116;p11"/>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9" name="Google Shape;119;p11"/>
          <p:cNvSpPr txBox="1"/>
          <p:nvPr>
            <p:ph hasCustomPrompt="1" type="title"/>
          </p:nvPr>
        </p:nvSpPr>
        <p:spPr>
          <a:xfrm>
            <a:off x="1385850" y="1383850"/>
            <a:ext cx="6372300" cy="13797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2"/>
              </a:buClr>
              <a:buSzPts val="8600"/>
              <a:buNone/>
              <a:defRPr sz="8600">
                <a:solidFill>
                  <a:schemeClr val="dk2"/>
                </a:solidFill>
              </a:defRPr>
            </a:lvl1pPr>
            <a:lvl2pPr lvl="1" algn="ctr">
              <a:spcBef>
                <a:spcPts val="0"/>
              </a:spcBef>
              <a:spcAft>
                <a:spcPts val="0"/>
              </a:spcAft>
              <a:buClr>
                <a:schemeClr val="dk2"/>
              </a:buClr>
              <a:buSzPts val="8600"/>
              <a:buNone/>
              <a:defRPr sz="8600">
                <a:solidFill>
                  <a:schemeClr val="dk2"/>
                </a:solidFill>
              </a:defRPr>
            </a:lvl2pPr>
            <a:lvl3pPr lvl="2" algn="ctr">
              <a:spcBef>
                <a:spcPts val="0"/>
              </a:spcBef>
              <a:spcAft>
                <a:spcPts val="0"/>
              </a:spcAft>
              <a:buClr>
                <a:schemeClr val="dk2"/>
              </a:buClr>
              <a:buSzPts val="8600"/>
              <a:buNone/>
              <a:defRPr sz="8600">
                <a:solidFill>
                  <a:schemeClr val="dk2"/>
                </a:solidFill>
              </a:defRPr>
            </a:lvl3pPr>
            <a:lvl4pPr lvl="3" algn="ctr">
              <a:spcBef>
                <a:spcPts val="0"/>
              </a:spcBef>
              <a:spcAft>
                <a:spcPts val="0"/>
              </a:spcAft>
              <a:buClr>
                <a:schemeClr val="dk2"/>
              </a:buClr>
              <a:buSzPts val="8600"/>
              <a:buNone/>
              <a:defRPr sz="8600">
                <a:solidFill>
                  <a:schemeClr val="dk2"/>
                </a:solidFill>
              </a:defRPr>
            </a:lvl4pPr>
            <a:lvl5pPr lvl="4" algn="ctr">
              <a:spcBef>
                <a:spcPts val="0"/>
              </a:spcBef>
              <a:spcAft>
                <a:spcPts val="0"/>
              </a:spcAft>
              <a:buClr>
                <a:schemeClr val="dk2"/>
              </a:buClr>
              <a:buSzPts val="8600"/>
              <a:buNone/>
              <a:defRPr sz="8600">
                <a:solidFill>
                  <a:schemeClr val="dk2"/>
                </a:solidFill>
              </a:defRPr>
            </a:lvl5pPr>
            <a:lvl6pPr lvl="5" algn="ctr">
              <a:spcBef>
                <a:spcPts val="0"/>
              </a:spcBef>
              <a:spcAft>
                <a:spcPts val="0"/>
              </a:spcAft>
              <a:buClr>
                <a:schemeClr val="dk2"/>
              </a:buClr>
              <a:buSzPts val="8600"/>
              <a:buNone/>
              <a:defRPr sz="8600">
                <a:solidFill>
                  <a:schemeClr val="dk2"/>
                </a:solidFill>
              </a:defRPr>
            </a:lvl6pPr>
            <a:lvl7pPr lvl="6" algn="ctr">
              <a:spcBef>
                <a:spcPts val="0"/>
              </a:spcBef>
              <a:spcAft>
                <a:spcPts val="0"/>
              </a:spcAft>
              <a:buClr>
                <a:schemeClr val="dk2"/>
              </a:buClr>
              <a:buSzPts val="8600"/>
              <a:buNone/>
              <a:defRPr sz="8600">
                <a:solidFill>
                  <a:schemeClr val="dk2"/>
                </a:solidFill>
              </a:defRPr>
            </a:lvl7pPr>
            <a:lvl8pPr lvl="7" algn="ctr">
              <a:spcBef>
                <a:spcPts val="0"/>
              </a:spcBef>
              <a:spcAft>
                <a:spcPts val="0"/>
              </a:spcAft>
              <a:buClr>
                <a:schemeClr val="dk2"/>
              </a:buClr>
              <a:buSzPts val="8600"/>
              <a:buNone/>
              <a:defRPr sz="8600">
                <a:solidFill>
                  <a:schemeClr val="dk2"/>
                </a:solidFill>
              </a:defRPr>
            </a:lvl8pPr>
            <a:lvl9pPr lvl="8" algn="ctr">
              <a:spcBef>
                <a:spcPts val="0"/>
              </a:spcBef>
              <a:spcAft>
                <a:spcPts val="0"/>
              </a:spcAft>
              <a:buClr>
                <a:schemeClr val="dk2"/>
              </a:buClr>
              <a:buSzPts val="8600"/>
              <a:buNone/>
              <a:defRPr sz="8600">
                <a:solidFill>
                  <a:schemeClr val="dk2"/>
                </a:solidFill>
              </a:defRPr>
            </a:lvl9pPr>
          </a:lstStyle>
          <a:p>
            <a:r>
              <a:t>xx%</a:t>
            </a:r>
          </a:p>
        </p:txBody>
      </p:sp>
      <p:sp>
        <p:nvSpPr>
          <p:cNvPr id="120" name="Google Shape;120;p11"/>
          <p:cNvSpPr txBox="1"/>
          <p:nvPr>
            <p:ph idx="1" type="body"/>
          </p:nvPr>
        </p:nvSpPr>
        <p:spPr>
          <a:xfrm>
            <a:off x="1385850" y="2863850"/>
            <a:ext cx="6372300" cy="641100"/>
          </a:xfrm>
          <a:prstGeom prst="rect">
            <a:avLst/>
          </a:prstGeom>
        </p:spPr>
        <p:txBody>
          <a:bodyPr anchorCtr="0" anchor="t" bIns="91425" lIns="91425" spcFirstLastPara="1" rIns="91425" wrap="square" tIns="91425">
            <a:normAutofit/>
          </a:bodyPr>
          <a:lstStyle>
            <a:lvl1pPr indent="-311150" lvl="0" marL="457200" algn="ctr">
              <a:spcBef>
                <a:spcPts val="0"/>
              </a:spcBef>
              <a:spcAft>
                <a:spcPts val="0"/>
              </a:spcAft>
              <a:buSzPts val="1300"/>
              <a:buChar char="●"/>
              <a:defRPr/>
            </a:lvl1pPr>
            <a:lvl2pPr indent="-298450" lvl="1" marL="914400" algn="ctr">
              <a:spcBef>
                <a:spcPts val="0"/>
              </a:spcBef>
              <a:spcAft>
                <a:spcPts val="0"/>
              </a:spcAft>
              <a:buSzPts val="1100"/>
              <a:buChar char="○"/>
              <a:defRPr/>
            </a:lvl2pPr>
            <a:lvl3pPr indent="-298450" lvl="2" marL="1371600" algn="ctr">
              <a:spcBef>
                <a:spcPts val="0"/>
              </a:spcBef>
              <a:spcAft>
                <a:spcPts val="0"/>
              </a:spcAft>
              <a:buSzPts val="1100"/>
              <a:buChar char="■"/>
              <a:defRPr/>
            </a:lvl3pPr>
            <a:lvl4pPr indent="-298450" lvl="3" marL="1828800" algn="ctr">
              <a:spcBef>
                <a:spcPts val="0"/>
              </a:spcBef>
              <a:spcAft>
                <a:spcPts val="0"/>
              </a:spcAft>
              <a:buSzPts val="1100"/>
              <a:buChar char="●"/>
              <a:defRPr/>
            </a:lvl4pPr>
            <a:lvl5pPr indent="-298450" lvl="4" marL="2286000" algn="ctr">
              <a:spcBef>
                <a:spcPts val="0"/>
              </a:spcBef>
              <a:spcAft>
                <a:spcPts val="0"/>
              </a:spcAft>
              <a:buSzPts val="1100"/>
              <a:buChar char="○"/>
              <a:defRPr/>
            </a:lvl5pPr>
            <a:lvl6pPr indent="-298450" lvl="5" marL="2743200" algn="ctr">
              <a:spcBef>
                <a:spcPts val="0"/>
              </a:spcBef>
              <a:spcAft>
                <a:spcPts val="0"/>
              </a:spcAft>
              <a:buSzPts val="1100"/>
              <a:buChar char="■"/>
              <a:defRPr/>
            </a:lvl6pPr>
            <a:lvl7pPr indent="-298450" lvl="6" marL="3200400" algn="ctr">
              <a:spcBef>
                <a:spcPts val="0"/>
              </a:spcBef>
              <a:spcAft>
                <a:spcPts val="0"/>
              </a:spcAft>
              <a:buSzPts val="1100"/>
              <a:buChar char="●"/>
              <a:defRPr/>
            </a:lvl7pPr>
            <a:lvl8pPr indent="-298450" lvl="7" marL="3657600" algn="ctr">
              <a:spcBef>
                <a:spcPts val="0"/>
              </a:spcBef>
              <a:spcAft>
                <a:spcPts val="0"/>
              </a:spcAft>
              <a:buSzPts val="1100"/>
              <a:buChar char="○"/>
              <a:defRPr/>
            </a:lvl8pPr>
            <a:lvl9pPr indent="-298450" lvl="8" marL="4114800" algn="ctr">
              <a:spcBef>
                <a:spcPts val="0"/>
              </a:spcBef>
              <a:spcAft>
                <a:spcPts val="0"/>
              </a:spcAft>
              <a:buSzPts val="1100"/>
              <a:buChar char="■"/>
              <a:defRPr/>
            </a:lvl9pPr>
          </a:lstStyle>
          <a:p/>
        </p:txBody>
      </p:sp>
      <p:sp>
        <p:nvSpPr>
          <p:cNvPr id="121" name="Google Shape;121;p11"/>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2" name="Shape 122"/>
        <p:cNvGrpSpPr/>
        <p:nvPr/>
      </p:nvGrpSpPr>
      <p:grpSpPr>
        <a:xfrm>
          <a:off x="0" y="0"/>
          <a:ext cx="0" cy="0"/>
          <a:chOff x="0" y="0"/>
          <a:chExt cx="0" cy="0"/>
        </a:xfrm>
      </p:grpSpPr>
      <p:sp>
        <p:nvSpPr>
          <p:cNvPr id="123" name="Google Shape;123;p1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hift">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1pPr>
            <a:lvl2pPr lvl="1">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2pPr>
            <a:lvl3pPr lvl="2">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3pPr>
            <a:lvl4pPr lvl="3">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4pPr>
            <a:lvl5pPr lvl="4">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5pPr>
            <a:lvl6pPr lvl="5">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6pPr>
            <a:lvl7pPr lvl="6">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7pPr>
            <a:lvl8pPr lvl="7">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8pPr>
            <a:lvl9pPr lvl="8">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9pPr>
          </a:lstStyle>
          <a:p/>
        </p:txBody>
      </p:sp>
      <p:sp>
        <p:nvSpPr>
          <p:cNvPr id="7" name="Google Shape;7;p1"/>
          <p:cNvSpPr txBox="1"/>
          <p:nvPr>
            <p:ph idx="1" type="body"/>
          </p:nvPr>
        </p:nvSpPr>
        <p:spPr>
          <a:xfrm>
            <a:off x="311700" y="1152475"/>
            <a:ext cx="8520600" cy="33912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Calibri"/>
              <a:buChar char="●"/>
              <a:defRPr sz="1300">
                <a:solidFill>
                  <a:schemeClr val="dk2"/>
                </a:solidFill>
                <a:latin typeface="Calibri"/>
                <a:ea typeface="Calibri"/>
                <a:cs typeface="Calibri"/>
                <a:sym typeface="Calibri"/>
              </a:defRPr>
            </a:lvl1pPr>
            <a:lvl2pPr indent="-298450" lvl="1" marL="9144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2pPr>
            <a:lvl3pPr indent="-298450" lvl="2" marL="13716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3pPr>
            <a:lvl4pPr indent="-298450" lvl="3" marL="18288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4pPr>
            <a:lvl5pPr indent="-298450" lvl="4" marL="22860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5pPr>
            <a:lvl6pPr indent="-298450" lvl="5" marL="27432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6pPr>
            <a:lvl7pPr indent="-298450" lvl="6" marL="32004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7pPr>
            <a:lvl8pPr indent="-298450" lvl="7" marL="36576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8pPr>
            <a:lvl9pPr indent="-298450" lvl="8" marL="41148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9pPr>
          </a:lstStyle>
          <a:p/>
        </p:txBody>
      </p:sp>
      <p:sp>
        <p:nvSpPr>
          <p:cNvPr id="8" name="Google Shape;8;p1"/>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lnSpcReduction="10000"/>
          </a:bodyPr>
          <a:lstStyle>
            <a:lvl1pPr lvl="0" algn="r">
              <a:buNone/>
              <a:defRPr sz="1000">
                <a:solidFill>
                  <a:schemeClr val="dk2"/>
                </a:solidFill>
                <a:latin typeface="Nunito"/>
                <a:ea typeface="Nunito"/>
                <a:cs typeface="Nunito"/>
                <a:sym typeface="Nunito"/>
              </a:defRPr>
            </a:lvl1pPr>
            <a:lvl2pPr lvl="1" algn="r">
              <a:buNone/>
              <a:defRPr sz="1000">
                <a:solidFill>
                  <a:schemeClr val="dk2"/>
                </a:solidFill>
                <a:latin typeface="Nunito"/>
                <a:ea typeface="Nunito"/>
                <a:cs typeface="Nunito"/>
                <a:sym typeface="Nunito"/>
              </a:defRPr>
            </a:lvl2pPr>
            <a:lvl3pPr lvl="2" algn="r">
              <a:buNone/>
              <a:defRPr sz="1000">
                <a:solidFill>
                  <a:schemeClr val="dk2"/>
                </a:solidFill>
                <a:latin typeface="Nunito"/>
                <a:ea typeface="Nunito"/>
                <a:cs typeface="Nunito"/>
                <a:sym typeface="Nunito"/>
              </a:defRPr>
            </a:lvl3pPr>
            <a:lvl4pPr lvl="3" algn="r">
              <a:buNone/>
              <a:defRPr sz="1000">
                <a:solidFill>
                  <a:schemeClr val="dk2"/>
                </a:solidFill>
                <a:latin typeface="Nunito"/>
                <a:ea typeface="Nunito"/>
                <a:cs typeface="Nunito"/>
                <a:sym typeface="Nunito"/>
              </a:defRPr>
            </a:lvl4pPr>
            <a:lvl5pPr lvl="4" algn="r">
              <a:buNone/>
              <a:defRPr sz="1000">
                <a:solidFill>
                  <a:schemeClr val="dk2"/>
                </a:solidFill>
                <a:latin typeface="Nunito"/>
                <a:ea typeface="Nunito"/>
                <a:cs typeface="Nunito"/>
                <a:sym typeface="Nunito"/>
              </a:defRPr>
            </a:lvl5pPr>
            <a:lvl6pPr lvl="5" algn="r">
              <a:buNone/>
              <a:defRPr sz="1000">
                <a:solidFill>
                  <a:schemeClr val="dk2"/>
                </a:solidFill>
                <a:latin typeface="Nunito"/>
                <a:ea typeface="Nunito"/>
                <a:cs typeface="Nunito"/>
                <a:sym typeface="Nunito"/>
              </a:defRPr>
            </a:lvl6pPr>
            <a:lvl7pPr lvl="6" algn="r">
              <a:buNone/>
              <a:defRPr sz="1000">
                <a:solidFill>
                  <a:schemeClr val="dk2"/>
                </a:solidFill>
                <a:latin typeface="Nunito"/>
                <a:ea typeface="Nunito"/>
                <a:cs typeface="Nunito"/>
                <a:sym typeface="Nunito"/>
              </a:defRPr>
            </a:lvl7pPr>
            <a:lvl8pPr lvl="7" algn="r">
              <a:buNone/>
              <a:defRPr sz="1000">
                <a:solidFill>
                  <a:schemeClr val="dk2"/>
                </a:solidFill>
                <a:latin typeface="Nunito"/>
                <a:ea typeface="Nunito"/>
                <a:cs typeface="Nunito"/>
                <a:sym typeface="Nunito"/>
              </a:defRPr>
            </a:lvl8pPr>
            <a:lvl9pPr lvl="8" algn="r">
              <a:buNone/>
              <a:defRPr sz="1000">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13"/>
          <p:cNvSpPr txBox="1"/>
          <p:nvPr>
            <p:ph type="ctrTitle"/>
          </p:nvPr>
        </p:nvSpPr>
        <p:spPr>
          <a:xfrm>
            <a:off x="1858700" y="800450"/>
            <a:ext cx="5361300" cy="24705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GB"/>
              <a:t>UNIFIED CIVIL ENGINEERING COMPUTATION TOOL (UCECT)</a:t>
            </a:r>
            <a:endParaRPr/>
          </a:p>
        </p:txBody>
      </p:sp>
      <p:sp>
        <p:nvSpPr>
          <p:cNvPr id="129" name="Google Shape;129;p13"/>
          <p:cNvSpPr txBox="1"/>
          <p:nvPr>
            <p:ph idx="1" type="subTitle"/>
          </p:nvPr>
        </p:nvSpPr>
        <p:spPr>
          <a:xfrm>
            <a:off x="5146809" y="3270955"/>
            <a:ext cx="3997200" cy="1435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                Name: </a:t>
            </a:r>
            <a:r>
              <a:rPr lang="en-GB">
                <a:solidFill>
                  <a:schemeClr val="accent6"/>
                </a:solidFill>
              </a:rPr>
              <a:t> T. Aditya Sri Sai </a:t>
            </a:r>
            <a:endParaRPr>
              <a:solidFill>
                <a:schemeClr val="accent6"/>
              </a:solidFill>
            </a:endParaRPr>
          </a:p>
          <a:p>
            <a:pPr indent="0" lvl="0" marL="0" rtl="0" algn="l">
              <a:spcBef>
                <a:spcPts val="0"/>
              </a:spcBef>
              <a:spcAft>
                <a:spcPts val="0"/>
              </a:spcAft>
              <a:buNone/>
            </a:pPr>
            <a:r>
              <a:rPr lang="en-GB"/>
              <a:t>                Roll No: </a:t>
            </a:r>
            <a:r>
              <a:rPr lang="en-GB">
                <a:solidFill>
                  <a:schemeClr val="accent6"/>
                </a:solidFill>
              </a:rPr>
              <a:t>25A31A0150</a:t>
            </a:r>
            <a:endParaRPr>
              <a:solidFill>
                <a:schemeClr val="accent6"/>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4"/>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REQUIREMENTS:</a:t>
            </a:r>
            <a:endParaRPr/>
          </a:p>
        </p:txBody>
      </p:sp>
      <p:sp>
        <p:nvSpPr>
          <p:cNvPr id="135" name="Google Shape;135;p14"/>
          <p:cNvSpPr txBox="1"/>
          <p:nvPr>
            <p:ph idx="1" type="body"/>
          </p:nvPr>
        </p:nvSpPr>
        <p:spPr>
          <a:xfrm>
            <a:off x="819150" y="1498375"/>
            <a:ext cx="7505700" cy="33081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GB" sz="1800"/>
              <a:t>Software Requirements</a:t>
            </a:r>
            <a:endParaRPr sz="1800"/>
          </a:p>
          <a:p>
            <a:pPr indent="0" lvl="0" marL="0" rtl="0" algn="l">
              <a:lnSpc>
                <a:spcPct val="100000"/>
              </a:lnSpc>
              <a:spcBef>
                <a:spcPts val="1200"/>
              </a:spcBef>
              <a:spcAft>
                <a:spcPts val="0"/>
              </a:spcAft>
              <a:buNone/>
            </a:pPr>
            <a:r>
              <a:rPr lang="en-GB" sz="1800"/>
              <a:t>C Compiler (GCC / Turbo C)</a:t>
            </a:r>
            <a:endParaRPr sz="1800"/>
          </a:p>
          <a:p>
            <a:pPr indent="0" lvl="0" marL="0" rtl="0" algn="l">
              <a:lnSpc>
                <a:spcPct val="100000"/>
              </a:lnSpc>
              <a:spcBef>
                <a:spcPts val="1200"/>
              </a:spcBef>
              <a:spcAft>
                <a:spcPts val="0"/>
              </a:spcAft>
              <a:buNone/>
            </a:pPr>
            <a:r>
              <a:rPr lang="en-GB" sz="1800"/>
              <a:t>Notepad / VS Code / Any IDE</a:t>
            </a:r>
            <a:endParaRPr sz="1800"/>
          </a:p>
          <a:p>
            <a:pPr indent="0" lvl="0" marL="0" rtl="0" algn="l">
              <a:lnSpc>
                <a:spcPct val="100000"/>
              </a:lnSpc>
              <a:spcBef>
                <a:spcPts val="1200"/>
              </a:spcBef>
              <a:spcAft>
                <a:spcPts val="0"/>
              </a:spcAft>
              <a:buNone/>
            </a:pPr>
            <a:r>
              <a:rPr lang="en-GB" sz="1800"/>
              <a:t>Hardware Requirements</a:t>
            </a:r>
            <a:endParaRPr sz="1800"/>
          </a:p>
          <a:p>
            <a:pPr indent="0" lvl="0" marL="0" rtl="0" algn="l">
              <a:lnSpc>
                <a:spcPct val="100000"/>
              </a:lnSpc>
              <a:spcBef>
                <a:spcPts val="1200"/>
              </a:spcBef>
              <a:spcAft>
                <a:spcPts val="0"/>
              </a:spcAft>
              <a:buNone/>
            </a:pPr>
            <a:r>
              <a:rPr lang="en-GB" sz="1800"/>
              <a:t>RAM: 512 GB or more</a:t>
            </a:r>
            <a:endParaRPr sz="1800"/>
          </a:p>
          <a:p>
            <a:pPr indent="0" lvl="0" marL="0" rtl="0" algn="l">
              <a:lnSpc>
                <a:spcPct val="100000"/>
              </a:lnSpc>
              <a:spcBef>
                <a:spcPts val="1200"/>
              </a:spcBef>
              <a:spcAft>
                <a:spcPts val="0"/>
              </a:spcAft>
              <a:buNone/>
            </a:pPr>
            <a:r>
              <a:rPr lang="en-GB" sz="1800"/>
              <a:t>Operating System: Windows / Linux</a:t>
            </a:r>
            <a:endParaRPr sz="1800"/>
          </a:p>
          <a:p>
            <a:pPr indent="0" lvl="0" marL="0" rtl="0" algn="l">
              <a:lnSpc>
                <a:spcPct val="100000"/>
              </a:lnSpc>
              <a:spcBef>
                <a:spcPts val="1200"/>
              </a:spcBef>
              <a:spcAft>
                <a:spcPts val="1200"/>
              </a:spcAft>
              <a:buNone/>
            </a:pPr>
            <a:r>
              <a:rPr lang="en-GB" sz="1800"/>
              <a:t>Hard Disk: 20 GB</a:t>
            </a:r>
            <a:endParaRPr sz="18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5"/>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INTRODUCTION:</a:t>
            </a:r>
            <a:endParaRPr sz="3300"/>
          </a:p>
        </p:txBody>
      </p:sp>
      <p:sp>
        <p:nvSpPr>
          <p:cNvPr id="141" name="Google Shape;141;p15"/>
          <p:cNvSpPr txBox="1"/>
          <p:nvPr>
            <p:ph idx="1" type="body"/>
          </p:nvPr>
        </p:nvSpPr>
        <p:spPr>
          <a:xfrm>
            <a:off x="311700" y="1508100"/>
            <a:ext cx="8520600" cy="34452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en-GB" sz="1800"/>
              <a:t>The Unified Civil Engineering Computation Tool (UCECT) is a C-based software application designed to perform multiple civil engineering calculations in a single platform. Civil engineering students and professionals often need to perform repetitive calculations using different methods and tools. UCECT overcomes this problem by integrating important calculations into one menu-driven program. The tool includes modules for Stopping Sight Distance, Soil Bearing Capacity checking, and Water Tank Volume calculation. It accepts user inputs, processes them using standard engineering formulas, and displays accurate results. This project helps bridge the gap between theoretical knowledge and practical civil engineering applications.</a:t>
            </a:r>
            <a:endParaRPr sz="1800"/>
          </a:p>
          <a:p>
            <a:pPr indent="0" lvl="0" marL="0" rtl="0" algn="just">
              <a:spcBef>
                <a:spcPts val="1200"/>
              </a:spcBef>
              <a:spcAft>
                <a:spcPts val="1200"/>
              </a:spcAft>
              <a:buNone/>
            </a:pPr>
            <a:r>
              <a:t/>
            </a:r>
            <a:endParaRPr sz="18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16"/>
          <p:cNvSpPr txBox="1"/>
          <p:nvPr>
            <p:ph type="title"/>
          </p:nvPr>
        </p:nvSpPr>
        <p:spPr>
          <a:xfrm>
            <a:off x="415625" y="845600"/>
            <a:ext cx="2590800" cy="1383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ALGORITHM:</a:t>
            </a:r>
            <a:endParaRPr/>
          </a:p>
        </p:txBody>
      </p:sp>
      <p:sp>
        <p:nvSpPr>
          <p:cNvPr id="147" name="Google Shape;147;p16"/>
          <p:cNvSpPr txBox="1"/>
          <p:nvPr>
            <p:ph idx="1" type="body"/>
          </p:nvPr>
        </p:nvSpPr>
        <p:spPr>
          <a:xfrm>
            <a:off x="3006425" y="273150"/>
            <a:ext cx="5673300" cy="4557300"/>
          </a:xfrm>
          <a:prstGeom prst="rect">
            <a:avLst/>
          </a:prstGeom>
        </p:spPr>
        <p:txBody>
          <a:bodyPr anchorCtr="0" anchor="t" bIns="91425" lIns="91425" spcFirstLastPara="1" rIns="91425" wrap="square" tIns="91425">
            <a:normAutofit lnSpcReduction="10000"/>
          </a:bodyPr>
          <a:lstStyle/>
          <a:p>
            <a:pPr indent="0" lvl="0" marL="0" rtl="0" algn="l">
              <a:lnSpc>
                <a:spcPct val="100000"/>
              </a:lnSpc>
              <a:spcBef>
                <a:spcPts val="0"/>
              </a:spcBef>
              <a:spcAft>
                <a:spcPts val="0"/>
              </a:spcAft>
              <a:buNone/>
            </a:pPr>
            <a:r>
              <a:rPr lang="en-GB" sz="1800"/>
              <a:t>Stopping Sight Distance (SSD)</a:t>
            </a:r>
            <a:endParaRPr sz="1800"/>
          </a:p>
          <a:p>
            <a:pPr indent="0" lvl="0" marL="0" rtl="0" algn="l">
              <a:lnSpc>
                <a:spcPct val="100000"/>
              </a:lnSpc>
              <a:spcBef>
                <a:spcPts val="1200"/>
              </a:spcBef>
              <a:spcAft>
                <a:spcPts val="0"/>
              </a:spcAft>
              <a:buNone/>
            </a:pPr>
            <a:r>
              <a:rPr lang="en-GB"/>
              <a:t>Step 1: Start.</a:t>
            </a:r>
            <a:endParaRPr/>
          </a:p>
          <a:p>
            <a:pPr indent="0" lvl="0" marL="0" rtl="0" algn="l">
              <a:lnSpc>
                <a:spcPct val="100000"/>
              </a:lnSpc>
              <a:spcBef>
                <a:spcPts val="1200"/>
              </a:spcBef>
              <a:spcAft>
                <a:spcPts val="0"/>
              </a:spcAft>
              <a:buNone/>
            </a:pPr>
            <a:r>
              <a:rPr lang="en-GB"/>
              <a:t>Step 2: Read input: Ask user to enter speed V in km/h.</a:t>
            </a:r>
            <a:endParaRPr/>
          </a:p>
          <a:p>
            <a:pPr indent="0" lvl="0" marL="0" rtl="0" algn="l">
              <a:lnSpc>
                <a:spcPct val="100000"/>
              </a:lnSpc>
              <a:spcBef>
                <a:spcPts val="1200"/>
              </a:spcBef>
              <a:spcAft>
                <a:spcPts val="0"/>
              </a:spcAft>
              <a:buNone/>
            </a:pPr>
            <a:r>
              <a:rPr lang="en-GB"/>
              <a:t>Step 3: Read input: Ask user to enter reaction time t in seconds (typical 2.5 s if unknown).</a:t>
            </a:r>
            <a:endParaRPr/>
          </a:p>
          <a:p>
            <a:pPr indent="0" lvl="0" marL="0" rtl="0" algn="l">
              <a:lnSpc>
                <a:spcPct val="100000"/>
              </a:lnSpc>
              <a:spcBef>
                <a:spcPts val="1200"/>
              </a:spcBef>
              <a:spcAft>
                <a:spcPts val="0"/>
              </a:spcAft>
              <a:buNone/>
            </a:pPr>
            <a:r>
              <a:rPr lang="en-GB"/>
              <a:t>Step 4: Read input: Ask user to enter coefficient of friction f (dimensionless).</a:t>
            </a:r>
            <a:endParaRPr/>
          </a:p>
          <a:p>
            <a:pPr indent="0" lvl="0" marL="0" rtl="0" algn="l">
              <a:lnSpc>
                <a:spcPct val="100000"/>
              </a:lnSpc>
              <a:spcBef>
                <a:spcPts val="1200"/>
              </a:spcBef>
              <a:spcAft>
                <a:spcPts val="0"/>
              </a:spcAft>
              <a:buNone/>
            </a:pPr>
            <a:r>
              <a:rPr lang="en-GB"/>
              <a:t>Step 5:Read input: Ask user to enter grade G as a decimal (e.g., +0.02 for +2% uphill, −0.03 for −3% downhill).</a:t>
            </a:r>
            <a:endParaRPr/>
          </a:p>
          <a:p>
            <a:pPr indent="0" lvl="0" marL="0" rtl="0" algn="l">
              <a:lnSpc>
                <a:spcPct val="100000"/>
              </a:lnSpc>
              <a:spcBef>
                <a:spcPts val="1200"/>
              </a:spcBef>
              <a:spcAft>
                <a:spcPts val="0"/>
              </a:spcAft>
              <a:buNone/>
            </a:pPr>
            <a:r>
              <a:rPr lang="en-GB"/>
              <a:t>Step 6: Validate inputs: Ensure V ≥ 0, t &gt; 0, f &gt; 0. If invalid show error and stop.</a:t>
            </a:r>
            <a:endParaRPr/>
          </a:p>
          <a:p>
            <a:pPr indent="0" lvl="0" marL="0" rtl="0" algn="l">
              <a:lnSpc>
                <a:spcPct val="100000"/>
              </a:lnSpc>
              <a:spcBef>
                <a:spcPts val="1200"/>
              </a:spcBef>
              <a:spcAft>
                <a:spcPts val="0"/>
              </a:spcAft>
              <a:buNone/>
            </a:pPr>
            <a:r>
              <a:rPr lang="en-GB"/>
              <a:t>Step 7: Compute lag (thinking) distance LD:</a:t>
            </a:r>
            <a:endParaRPr/>
          </a:p>
          <a:p>
            <a:pPr indent="0" lvl="0" marL="0" rtl="0" algn="l">
              <a:lnSpc>
                <a:spcPct val="100000"/>
              </a:lnSpc>
              <a:spcBef>
                <a:spcPts val="1200"/>
              </a:spcBef>
              <a:spcAft>
                <a:spcPts val="0"/>
              </a:spcAft>
              <a:buNone/>
            </a:pPr>
            <a:r>
              <a:rPr lang="en-GB"/>
              <a:t>LD = 0.278 × V × t.</a:t>
            </a:r>
            <a:endParaRPr/>
          </a:p>
          <a:p>
            <a:pPr indent="0" lvl="0" marL="0" rtl="0" algn="l">
              <a:lnSpc>
                <a:spcPct val="100000"/>
              </a:lnSpc>
              <a:spcBef>
                <a:spcPts val="1200"/>
              </a:spcBef>
              <a:spcAft>
                <a:spcPts val="0"/>
              </a:spcAft>
              <a:buNone/>
            </a:pPr>
            <a:r>
              <a:rPr lang="en-GB"/>
              <a:t>Step 8: Compute braking denominator:</a:t>
            </a:r>
            <a:endParaRPr/>
          </a:p>
          <a:p>
            <a:pPr indent="0" lvl="0" marL="0" rtl="0" algn="l">
              <a:lnSpc>
                <a:spcPct val="100000"/>
              </a:lnSpc>
              <a:spcBef>
                <a:spcPts val="1200"/>
              </a:spcBef>
              <a:spcAft>
                <a:spcPts val="0"/>
              </a:spcAft>
              <a:buNone/>
            </a:pPr>
            <a:r>
              <a:rPr lang="en-GB"/>
              <a:t>denom = 254 × (f + G).</a:t>
            </a:r>
            <a:endParaRPr/>
          </a:p>
          <a:p>
            <a:pPr indent="0" lvl="0" marL="0" rtl="0" algn="l">
              <a:lnSpc>
                <a:spcPct val="100000"/>
              </a:lnSpc>
              <a:spcBef>
                <a:spcPts val="1200"/>
              </a:spcBef>
              <a:spcAft>
                <a:spcPts val="1200"/>
              </a:spcAft>
              <a:buNone/>
            </a:pPr>
            <a:r>
              <a:rPr lang="en-GB"/>
              <a:t>If denom ≤ 0, show error (unsafe/invalid friction+grade) and stop.</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17"/>
          <p:cNvSpPr txBox="1"/>
          <p:nvPr>
            <p:ph idx="1" type="body"/>
          </p:nvPr>
        </p:nvSpPr>
        <p:spPr>
          <a:xfrm>
            <a:off x="830700" y="335250"/>
            <a:ext cx="6914100" cy="45252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n-GB"/>
              <a:t>Step 9: Compute braking distance BD:</a:t>
            </a:r>
            <a:endParaRPr/>
          </a:p>
          <a:p>
            <a:pPr indent="0" lvl="0" marL="0" rtl="0" algn="l">
              <a:spcBef>
                <a:spcPts val="1200"/>
              </a:spcBef>
              <a:spcAft>
                <a:spcPts val="0"/>
              </a:spcAft>
              <a:buNone/>
            </a:pPr>
            <a:r>
              <a:rPr lang="en-GB"/>
              <a:t>BD = (V × V) / denom.</a:t>
            </a:r>
            <a:endParaRPr/>
          </a:p>
          <a:p>
            <a:pPr indent="0" lvl="0" marL="0" rtl="0" algn="l">
              <a:spcBef>
                <a:spcPts val="1200"/>
              </a:spcBef>
              <a:spcAft>
                <a:spcPts val="0"/>
              </a:spcAft>
              <a:buNone/>
            </a:pPr>
            <a:r>
              <a:rPr lang="en-GB"/>
              <a:t>Step 10: Compute SSD:</a:t>
            </a:r>
            <a:endParaRPr/>
          </a:p>
          <a:p>
            <a:pPr indent="0" lvl="0" marL="0" rtl="0" algn="l">
              <a:spcBef>
                <a:spcPts val="1200"/>
              </a:spcBef>
              <a:spcAft>
                <a:spcPts val="0"/>
              </a:spcAft>
              <a:buNone/>
            </a:pPr>
            <a:r>
              <a:rPr lang="en-GB"/>
              <a:t>SSD = LD + BD.</a:t>
            </a:r>
            <a:endParaRPr/>
          </a:p>
          <a:p>
            <a:pPr indent="0" lvl="0" marL="0" rtl="0" algn="l">
              <a:spcBef>
                <a:spcPts val="1200"/>
              </a:spcBef>
              <a:spcAft>
                <a:spcPts val="0"/>
              </a:spcAft>
              <a:buNone/>
            </a:pPr>
            <a:r>
              <a:rPr lang="en-GB"/>
              <a:t>Step 11: Output: Display LD, BD, SSD with units (meters).</a:t>
            </a:r>
            <a:endParaRPr/>
          </a:p>
          <a:p>
            <a:pPr indent="0" lvl="0" marL="0" rtl="0" algn="l">
              <a:spcBef>
                <a:spcPts val="1200"/>
              </a:spcBef>
              <a:spcAft>
                <a:spcPts val="0"/>
              </a:spcAft>
              <a:buNone/>
            </a:pPr>
            <a:r>
              <a:rPr lang="en-GB"/>
              <a:t>Step 12: End.</a:t>
            </a:r>
            <a:endParaRPr/>
          </a:p>
          <a:p>
            <a:pPr indent="0" lvl="0" marL="0" rtl="0" algn="l">
              <a:spcBef>
                <a:spcPts val="1200"/>
              </a:spcBef>
              <a:spcAft>
                <a:spcPts val="0"/>
              </a:spcAft>
              <a:buNone/>
            </a:pPr>
            <a:r>
              <a:rPr lang="en-GB" sz="1500"/>
              <a:t>Soil Bearing Capacity Checker</a:t>
            </a:r>
            <a:r>
              <a:rPr lang="en-GB"/>
              <a:t> — Step-wise</a:t>
            </a:r>
            <a:endParaRPr/>
          </a:p>
          <a:p>
            <a:pPr indent="0" lvl="0" marL="0" rtl="0" algn="l">
              <a:spcBef>
                <a:spcPts val="1200"/>
              </a:spcBef>
              <a:spcAft>
                <a:spcPts val="0"/>
              </a:spcAft>
              <a:buNone/>
            </a:pPr>
            <a:r>
              <a:rPr lang="en-GB"/>
              <a:t>Step 1: Start.</a:t>
            </a:r>
            <a:endParaRPr/>
          </a:p>
          <a:p>
            <a:pPr indent="0" lvl="0" marL="0" rtl="0" algn="l">
              <a:spcBef>
                <a:spcPts val="1200"/>
              </a:spcBef>
              <a:spcAft>
                <a:spcPts val="0"/>
              </a:spcAft>
              <a:buNone/>
            </a:pPr>
            <a:r>
              <a:rPr lang="en-GB"/>
              <a:t>Step 2: Read input: Ask user to enter applied total vertical load P in kN.</a:t>
            </a:r>
            <a:endParaRPr/>
          </a:p>
          <a:p>
            <a:pPr indent="0" lvl="0" marL="0" rtl="0" algn="l">
              <a:spcBef>
                <a:spcPts val="1200"/>
              </a:spcBef>
              <a:spcAft>
                <a:spcPts val="0"/>
              </a:spcAft>
              <a:buNone/>
            </a:pPr>
            <a:r>
              <a:rPr lang="en-GB"/>
              <a:t>Step 3: Read input: Ask user to enter footing area A in m².</a:t>
            </a:r>
            <a:endParaRPr/>
          </a:p>
          <a:p>
            <a:pPr indent="0" lvl="0" marL="0" rtl="0" algn="l">
              <a:spcBef>
                <a:spcPts val="1200"/>
              </a:spcBef>
              <a:spcAft>
                <a:spcPts val="0"/>
              </a:spcAft>
              <a:buNone/>
            </a:pPr>
            <a:r>
              <a:rPr lang="en-GB"/>
              <a:t>Step 4: Validate inputs: Ensure P ≥ 0 and A &gt; 0. If invalid show error and stop.</a:t>
            </a:r>
            <a:endParaRPr/>
          </a:p>
          <a:p>
            <a:pPr indent="0" lvl="0" marL="0" rtl="0" algn="l">
              <a:spcBef>
                <a:spcPts val="1200"/>
              </a:spcBef>
              <a:spcAft>
                <a:spcPts val="0"/>
              </a:spcAft>
              <a:buNone/>
            </a:pPr>
            <a:r>
              <a:rPr lang="en-GB"/>
              <a:t>Step 5: Compute ultimate bearing pressure q = P / A (kN/m²).</a:t>
            </a:r>
            <a:endParaRPr/>
          </a:p>
          <a:p>
            <a:pPr indent="0" lvl="0" marL="0" rtl="0" algn="l">
              <a:spcBef>
                <a:spcPts val="1200"/>
              </a:spcBef>
              <a:spcAft>
                <a:spcPts val="1200"/>
              </a:spcAft>
              <a:buNone/>
            </a:pPr>
            <a:r>
              <a:rPr lang="en-GB"/>
              <a:t>Step 6: Apply factor of safety (optional): If user supplies FS (typical 2.5–3), compute allowable / safe bearing capacity SBC = q / FS. If no FS, assume SBC = q and note it is unfactored.</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18"/>
          <p:cNvSpPr txBox="1"/>
          <p:nvPr>
            <p:ph idx="1" type="body"/>
          </p:nvPr>
        </p:nvSpPr>
        <p:spPr>
          <a:xfrm>
            <a:off x="658100" y="320100"/>
            <a:ext cx="8194500" cy="45033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GB"/>
              <a:t>Step 7: Classify soil (example thresholds):</a:t>
            </a:r>
            <a:endParaRPr/>
          </a:p>
          <a:p>
            <a:pPr indent="0" lvl="0" marL="0" rtl="0" algn="l">
              <a:spcBef>
                <a:spcPts val="1200"/>
              </a:spcBef>
              <a:spcAft>
                <a:spcPts val="0"/>
              </a:spcAft>
              <a:buNone/>
            </a:pPr>
            <a:r>
              <a:rPr lang="en-GB"/>
              <a:t>If SBC ≤ 100 kN/m² → “Weak soil”</a:t>
            </a:r>
            <a:endParaRPr/>
          </a:p>
          <a:p>
            <a:pPr indent="0" lvl="0" marL="0" rtl="0" algn="l">
              <a:spcBef>
                <a:spcPts val="1200"/>
              </a:spcBef>
              <a:spcAft>
                <a:spcPts val="0"/>
              </a:spcAft>
              <a:buNone/>
            </a:pPr>
            <a:r>
              <a:rPr lang="en-GB"/>
              <a:t>If 100 &lt; SBC ≤ 200 kN/m² → “Medium strength”</a:t>
            </a:r>
            <a:endParaRPr/>
          </a:p>
          <a:p>
            <a:pPr indent="0" lvl="0" marL="0" rtl="0" algn="l">
              <a:spcBef>
                <a:spcPts val="1200"/>
              </a:spcBef>
              <a:spcAft>
                <a:spcPts val="0"/>
              </a:spcAft>
              <a:buNone/>
            </a:pPr>
            <a:r>
              <a:rPr lang="en-GB"/>
              <a:t>If SBC &gt; 200 kN/m² → “Strong soil”</a:t>
            </a:r>
            <a:endParaRPr/>
          </a:p>
          <a:p>
            <a:pPr indent="0" lvl="0" marL="0" rtl="0" algn="l">
              <a:spcBef>
                <a:spcPts val="1200"/>
              </a:spcBef>
              <a:spcAft>
                <a:spcPts val="0"/>
              </a:spcAft>
              <a:buNone/>
            </a:pPr>
            <a:r>
              <a:rPr lang="en-GB"/>
              <a:t>(Mention these are example thresholds — user may change them.)</a:t>
            </a:r>
            <a:endParaRPr/>
          </a:p>
          <a:p>
            <a:pPr indent="0" lvl="0" marL="0" rtl="0" algn="l">
              <a:spcBef>
                <a:spcPts val="1200"/>
              </a:spcBef>
              <a:spcAft>
                <a:spcPts val="0"/>
              </a:spcAft>
              <a:buNone/>
            </a:pPr>
            <a:r>
              <a:rPr lang="en-GB"/>
              <a:t>Step 8: Output: Display q, SBC (if FS used), and classification. Include units (kN/m²).</a:t>
            </a:r>
            <a:endParaRPr/>
          </a:p>
          <a:p>
            <a:pPr indent="0" lvl="0" marL="0" rtl="0" algn="l">
              <a:spcBef>
                <a:spcPts val="1200"/>
              </a:spcBef>
              <a:spcAft>
                <a:spcPts val="0"/>
              </a:spcAft>
              <a:buNone/>
            </a:pPr>
            <a:r>
              <a:rPr lang="en-GB"/>
              <a:t>Step 9: End.</a:t>
            </a:r>
            <a:endParaRPr/>
          </a:p>
          <a:p>
            <a:pPr indent="0" lvl="0" marL="0" rtl="0" algn="l">
              <a:spcBef>
                <a:spcPts val="1200"/>
              </a:spcBef>
              <a:spcAft>
                <a:spcPts val="0"/>
              </a:spcAft>
              <a:buNone/>
            </a:pPr>
            <a:r>
              <a:rPr lang="en-GB"/>
              <a:t>Water Tank Volume Calculator — Step-wise (Menu + two shapes)</a:t>
            </a:r>
            <a:endParaRPr/>
          </a:p>
          <a:p>
            <a:pPr indent="0" lvl="0" marL="0" rtl="0" algn="l">
              <a:spcBef>
                <a:spcPts val="1200"/>
              </a:spcBef>
              <a:spcAft>
                <a:spcPts val="0"/>
              </a:spcAft>
              <a:buNone/>
            </a:pPr>
            <a:r>
              <a:rPr lang="en-GB"/>
              <a:t>Step 1: Start.</a:t>
            </a:r>
            <a:endParaRPr/>
          </a:p>
          <a:p>
            <a:pPr indent="0" lvl="0" marL="0" rtl="0" algn="l">
              <a:spcBef>
                <a:spcPts val="1200"/>
              </a:spcBef>
              <a:spcAft>
                <a:spcPts val="0"/>
              </a:spcAft>
              <a:buNone/>
            </a:pPr>
            <a:r>
              <a:rPr lang="en-GB"/>
              <a:t>Step 2: Display menu:</a:t>
            </a:r>
            <a:endParaRPr/>
          </a:p>
          <a:p>
            <a:pPr indent="0" lvl="0" marL="0" rtl="0" algn="l">
              <a:spcBef>
                <a:spcPts val="1200"/>
              </a:spcBef>
              <a:spcAft>
                <a:spcPts val="0"/>
              </a:spcAft>
              <a:buNone/>
            </a:pPr>
            <a:r>
              <a:rPr lang="en-GB"/>
              <a:t>1. Rectangular tank</a:t>
            </a:r>
            <a:endParaRPr/>
          </a:p>
          <a:p>
            <a:pPr indent="0" lvl="0" marL="0" rtl="0" algn="l">
              <a:spcBef>
                <a:spcPts val="1200"/>
              </a:spcBef>
              <a:spcAft>
                <a:spcPts val="0"/>
              </a:spcAft>
              <a:buNone/>
            </a:pPr>
            <a:r>
              <a:rPr lang="en-GB"/>
              <a:t>2. Cylindrical tank</a:t>
            </a:r>
            <a:endParaRPr/>
          </a:p>
          <a:p>
            <a:pPr indent="0" lvl="0" marL="0" rtl="0" algn="l">
              <a:spcBef>
                <a:spcPts val="1200"/>
              </a:spcBef>
              <a:spcAft>
                <a:spcPts val="1200"/>
              </a:spcAft>
              <a:buNone/>
            </a:pPr>
            <a:r>
              <a:rPr lang="en-GB"/>
              <a:t>Step 3: Read input: User selects choice (1 or 2).</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19"/>
          <p:cNvSpPr txBox="1"/>
          <p:nvPr>
            <p:ph idx="1" type="body"/>
          </p:nvPr>
        </p:nvSpPr>
        <p:spPr>
          <a:xfrm>
            <a:off x="830700" y="545075"/>
            <a:ext cx="7495800" cy="38937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GB"/>
              <a:t>Step 4:Validate choice: If invalid show error and return to menu or stop.</a:t>
            </a:r>
            <a:endParaRPr/>
          </a:p>
          <a:p>
            <a:pPr indent="0" lvl="0" marL="0" rtl="0" algn="l">
              <a:spcBef>
                <a:spcPts val="1200"/>
              </a:spcBef>
              <a:spcAft>
                <a:spcPts val="0"/>
              </a:spcAft>
              <a:buNone/>
            </a:pPr>
            <a:r>
              <a:rPr lang="en-GB"/>
              <a:t>If choice = 1 (Rectangular):</a:t>
            </a:r>
            <a:endParaRPr/>
          </a:p>
          <a:p>
            <a:pPr indent="0" lvl="0" marL="0" rtl="0" algn="l">
              <a:spcBef>
                <a:spcPts val="1200"/>
              </a:spcBef>
              <a:spcAft>
                <a:spcPts val="0"/>
              </a:spcAft>
              <a:buNone/>
            </a:pPr>
            <a:r>
              <a:rPr lang="en-GB"/>
              <a:t>5. Read length L (m).</a:t>
            </a:r>
            <a:endParaRPr/>
          </a:p>
          <a:p>
            <a:pPr indent="0" lvl="0" marL="0" rtl="0" algn="l">
              <a:spcBef>
                <a:spcPts val="1200"/>
              </a:spcBef>
              <a:spcAft>
                <a:spcPts val="0"/>
              </a:spcAft>
              <a:buNone/>
            </a:pPr>
            <a:r>
              <a:rPr lang="en-GB"/>
              <a:t>6. Read width W (m).</a:t>
            </a:r>
            <a:endParaRPr/>
          </a:p>
          <a:p>
            <a:pPr indent="0" lvl="0" marL="0" rtl="0" algn="l">
              <a:spcBef>
                <a:spcPts val="1200"/>
              </a:spcBef>
              <a:spcAft>
                <a:spcPts val="0"/>
              </a:spcAft>
              <a:buNone/>
            </a:pPr>
            <a:r>
              <a:rPr lang="en-GB"/>
              <a:t>7. Read height H (m).</a:t>
            </a:r>
            <a:endParaRPr/>
          </a:p>
          <a:p>
            <a:pPr indent="0" lvl="0" marL="0" rtl="0" algn="l">
              <a:spcBef>
                <a:spcPts val="1200"/>
              </a:spcBef>
              <a:spcAft>
                <a:spcPts val="0"/>
              </a:spcAft>
              <a:buNone/>
            </a:pPr>
            <a:r>
              <a:rPr lang="en-GB"/>
              <a:t>8. Validate L&gt;0, W&gt;0, H&gt;0 — if not, show error and stop.</a:t>
            </a:r>
            <a:endParaRPr/>
          </a:p>
          <a:p>
            <a:pPr indent="0" lvl="0" marL="0" rtl="0" algn="l">
              <a:spcBef>
                <a:spcPts val="1200"/>
              </a:spcBef>
              <a:spcAft>
                <a:spcPts val="0"/>
              </a:spcAft>
              <a:buNone/>
            </a:pPr>
            <a:r>
              <a:rPr lang="en-GB"/>
              <a:t>9. Compute Volume V = L × W × H (m³).</a:t>
            </a:r>
            <a:endParaRPr/>
          </a:p>
          <a:p>
            <a:pPr indent="0" lvl="0" marL="0" rtl="0" algn="l">
              <a:spcBef>
                <a:spcPts val="1200"/>
              </a:spcBef>
              <a:spcAft>
                <a:spcPts val="0"/>
              </a:spcAft>
              <a:buNone/>
            </a:pPr>
            <a:r>
              <a:rPr lang="en-GB"/>
              <a:t>10. Optionally compute litres = V × 1000.</a:t>
            </a:r>
            <a:endParaRPr/>
          </a:p>
          <a:p>
            <a:pPr indent="0" lvl="0" marL="0" rtl="0" algn="l">
              <a:spcBef>
                <a:spcPts val="1200"/>
              </a:spcBef>
              <a:spcAft>
                <a:spcPts val="0"/>
              </a:spcAft>
              <a:buNone/>
            </a:pPr>
            <a:r>
              <a:rPr lang="en-GB"/>
              <a:t>11. Display V (m³) and litres.</a:t>
            </a:r>
            <a:endParaRPr/>
          </a:p>
          <a:p>
            <a:pPr indent="0" lvl="0" marL="0" rtl="0" algn="l">
              <a:spcBef>
                <a:spcPts val="1200"/>
              </a:spcBef>
              <a:spcAft>
                <a:spcPts val="0"/>
              </a:spcAft>
              <a:buNone/>
            </a:pPr>
            <a:r>
              <a:rPr lang="en-GB"/>
              <a:t>12. End.</a:t>
            </a:r>
            <a:endParaRPr/>
          </a:p>
          <a:p>
            <a:pPr indent="0" lvl="0" marL="0" rtl="0" algn="l">
              <a:spcBef>
                <a:spcPts val="1200"/>
              </a:spcBef>
              <a:spcAft>
                <a:spcPts val="1200"/>
              </a:spcAft>
              <a:buNone/>
            </a:pPr>
            <a:r>
              <a:rPr lang="en-GB"/>
              <a:t>If choice = 2 (Cylindrical):</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20"/>
          <p:cNvSpPr txBox="1"/>
          <p:nvPr>
            <p:ph idx="1" type="body"/>
          </p:nvPr>
        </p:nvSpPr>
        <p:spPr>
          <a:xfrm>
            <a:off x="830700" y="586950"/>
            <a:ext cx="6962100" cy="3852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5. Read radius r (m) or diameter d (m). If diameter given, set r = d/2.</a:t>
            </a:r>
            <a:endParaRPr/>
          </a:p>
          <a:p>
            <a:pPr indent="0" lvl="0" marL="0" rtl="0" algn="l">
              <a:spcBef>
                <a:spcPts val="1200"/>
              </a:spcBef>
              <a:spcAft>
                <a:spcPts val="0"/>
              </a:spcAft>
              <a:buNone/>
            </a:pPr>
            <a:r>
              <a:rPr lang="en-GB"/>
              <a:t>6. Read height h (m).</a:t>
            </a:r>
            <a:endParaRPr/>
          </a:p>
          <a:p>
            <a:pPr indent="0" lvl="0" marL="0" rtl="0" algn="l">
              <a:spcBef>
                <a:spcPts val="1200"/>
              </a:spcBef>
              <a:spcAft>
                <a:spcPts val="0"/>
              </a:spcAft>
              <a:buNone/>
            </a:pPr>
            <a:r>
              <a:rPr lang="en-GB"/>
              <a:t>7. Validate r&gt;0 and h&gt;0 — if not, show error and stop.</a:t>
            </a:r>
            <a:endParaRPr/>
          </a:p>
          <a:p>
            <a:pPr indent="0" lvl="0" marL="0" rtl="0" algn="l">
              <a:spcBef>
                <a:spcPts val="1200"/>
              </a:spcBef>
              <a:spcAft>
                <a:spcPts val="0"/>
              </a:spcAft>
              <a:buNone/>
            </a:pPr>
            <a:r>
              <a:rPr lang="en-GB"/>
              <a:t>8. Compute Volume V = π × r² × h (use π = 3.14159265).</a:t>
            </a:r>
            <a:endParaRPr/>
          </a:p>
          <a:p>
            <a:pPr indent="0" lvl="0" marL="0" rtl="0" algn="l">
              <a:spcBef>
                <a:spcPts val="1200"/>
              </a:spcBef>
              <a:spcAft>
                <a:spcPts val="0"/>
              </a:spcAft>
              <a:buNone/>
            </a:pPr>
            <a:r>
              <a:rPr lang="en-GB"/>
              <a:t>9. Optionally compute litres = V × 1000.</a:t>
            </a:r>
            <a:endParaRPr/>
          </a:p>
          <a:p>
            <a:pPr indent="0" lvl="0" marL="0" rtl="0" algn="l">
              <a:spcBef>
                <a:spcPts val="1200"/>
              </a:spcBef>
              <a:spcAft>
                <a:spcPts val="0"/>
              </a:spcAft>
              <a:buNone/>
            </a:pPr>
            <a:r>
              <a:rPr lang="en-GB"/>
              <a:t>10. Display V (m³) and litres.</a:t>
            </a:r>
            <a:endParaRPr/>
          </a:p>
          <a:p>
            <a:pPr indent="0" lvl="0" marL="0" rtl="0" algn="l">
              <a:spcBef>
                <a:spcPts val="1200"/>
              </a:spcBef>
              <a:spcAft>
                <a:spcPts val="0"/>
              </a:spcAft>
              <a:buNone/>
            </a:pPr>
            <a:r>
              <a:rPr lang="en-GB"/>
              <a:t>11. End.</a:t>
            </a:r>
            <a:endParaRPr/>
          </a:p>
          <a:p>
            <a:pPr indent="0" lvl="0" marL="0" rtl="0" algn="l">
              <a:spcBef>
                <a:spcPts val="1200"/>
              </a:spcBef>
              <a:spcAft>
                <a:spcPts val="120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1"/>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FLOWCHART:</a:t>
            </a:r>
            <a:endParaRPr/>
          </a:p>
        </p:txBody>
      </p:sp>
      <p:pic>
        <p:nvPicPr>
          <p:cNvPr id="173" name="Google Shape;173;p21"/>
          <p:cNvPicPr preferRelativeResize="0"/>
          <p:nvPr/>
        </p:nvPicPr>
        <p:blipFill>
          <a:blip r:embed="rId3">
            <a:alphaModFix/>
          </a:blip>
          <a:stretch>
            <a:fillRect/>
          </a:stretch>
        </p:blipFill>
        <p:spPr>
          <a:xfrm>
            <a:off x="3804859" y="-3"/>
            <a:ext cx="3429000" cy="51435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22"/>
          <p:cNvSpPr txBox="1"/>
          <p:nvPr>
            <p:ph type="title"/>
          </p:nvPr>
        </p:nvSpPr>
        <p:spPr>
          <a:xfrm>
            <a:off x="819150" y="845600"/>
            <a:ext cx="3709200" cy="1383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MODULES for the Project:</a:t>
            </a:r>
            <a:endParaRPr/>
          </a:p>
          <a:p>
            <a:pPr indent="0" lvl="0" marL="0" rtl="0" algn="l">
              <a:spcBef>
                <a:spcPts val="0"/>
              </a:spcBef>
              <a:spcAft>
                <a:spcPts val="0"/>
              </a:spcAft>
              <a:buNone/>
            </a:pPr>
            <a:r>
              <a:t/>
            </a:r>
            <a:endParaRPr/>
          </a:p>
        </p:txBody>
      </p:sp>
      <p:sp>
        <p:nvSpPr>
          <p:cNvPr id="179" name="Google Shape;179;p22"/>
          <p:cNvSpPr txBox="1"/>
          <p:nvPr>
            <p:ph idx="1" type="body"/>
          </p:nvPr>
        </p:nvSpPr>
        <p:spPr>
          <a:xfrm>
            <a:off x="1303800" y="1607850"/>
            <a:ext cx="4195200" cy="3121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2400"/>
              <a:t>1. </a:t>
            </a:r>
            <a:r>
              <a:rPr lang="en-GB" sz="2400"/>
              <a:t>Stopping Sight Distance (SSD).</a:t>
            </a:r>
            <a:endParaRPr sz="2400"/>
          </a:p>
          <a:p>
            <a:pPr indent="0" lvl="0" marL="0" rtl="0" algn="l">
              <a:spcBef>
                <a:spcPts val="1200"/>
              </a:spcBef>
              <a:spcAft>
                <a:spcPts val="0"/>
              </a:spcAft>
              <a:buNone/>
            </a:pPr>
            <a:r>
              <a:rPr lang="en-GB" sz="2400"/>
              <a:t>2. Soil Bearing Capacity Checker </a:t>
            </a:r>
            <a:endParaRPr sz="2400"/>
          </a:p>
          <a:p>
            <a:pPr indent="0" lvl="0" marL="0" rtl="0" algn="l">
              <a:spcBef>
                <a:spcPts val="1200"/>
              </a:spcBef>
              <a:spcAft>
                <a:spcPts val="0"/>
              </a:spcAft>
              <a:buNone/>
            </a:pPr>
            <a:r>
              <a:rPr lang="en-GB" sz="2400"/>
              <a:t>3. Water Tank Volume Calculator.</a:t>
            </a:r>
            <a:endParaRPr sz="2400"/>
          </a:p>
          <a:p>
            <a:pPr indent="0" lvl="0" marL="0" rtl="0" algn="l">
              <a:spcBef>
                <a:spcPts val="1200"/>
              </a:spcBef>
              <a:spcAft>
                <a:spcPts val="120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23"/>
          <p:cNvSpPr txBox="1"/>
          <p:nvPr>
            <p:ph type="title"/>
          </p:nvPr>
        </p:nvSpPr>
        <p:spPr>
          <a:xfrm>
            <a:off x="819150" y="845600"/>
            <a:ext cx="7505700" cy="954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Road Curve Design – Stopping Sight Distance (SSD)</a:t>
            </a:r>
            <a:endParaRPr/>
          </a:p>
          <a:p>
            <a:pPr indent="0" lvl="0" marL="0" rtl="0" algn="l">
              <a:spcBef>
                <a:spcPts val="0"/>
              </a:spcBef>
              <a:spcAft>
                <a:spcPts val="0"/>
              </a:spcAft>
              <a:buNone/>
            </a:pPr>
            <a:r>
              <a:t/>
            </a:r>
            <a:endParaRPr/>
          </a:p>
        </p:txBody>
      </p:sp>
      <p:sp>
        <p:nvSpPr>
          <p:cNvPr id="185" name="Google Shape;185;p23"/>
          <p:cNvSpPr txBox="1"/>
          <p:nvPr>
            <p:ph idx="1" type="body"/>
          </p:nvPr>
        </p:nvSpPr>
        <p:spPr>
          <a:xfrm>
            <a:off x="819150" y="1800200"/>
            <a:ext cx="3003600" cy="3042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100"/>
              <a:t>Module 1: Input Module</a:t>
            </a:r>
            <a:endParaRPr sz="1100"/>
          </a:p>
          <a:p>
            <a:pPr indent="0" lvl="0" marL="0" rtl="0" algn="l">
              <a:spcBef>
                <a:spcPts val="1200"/>
              </a:spcBef>
              <a:spcAft>
                <a:spcPts val="0"/>
              </a:spcAft>
              <a:buNone/>
            </a:pPr>
            <a:r>
              <a:rPr lang="en-GB" sz="1100"/>
              <a:t>Design speed</a:t>
            </a:r>
            <a:endParaRPr sz="1100"/>
          </a:p>
          <a:p>
            <a:pPr indent="0" lvl="0" marL="0" rtl="0" algn="l">
              <a:spcBef>
                <a:spcPts val="1200"/>
              </a:spcBef>
              <a:spcAft>
                <a:spcPts val="0"/>
              </a:spcAft>
              <a:buNone/>
            </a:pPr>
            <a:r>
              <a:rPr lang="en-GB" sz="1100"/>
              <a:t>Brake reaction time</a:t>
            </a:r>
            <a:endParaRPr sz="1100"/>
          </a:p>
          <a:p>
            <a:pPr indent="0" lvl="0" marL="0" rtl="0" algn="l">
              <a:spcBef>
                <a:spcPts val="1200"/>
              </a:spcBef>
              <a:spcAft>
                <a:spcPts val="0"/>
              </a:spcAft>
              <a:buNone/>
            </a:pPr>
            <a:r>
              <a:rPr lang="en-GB" sz="1100"/>
              <a:t>Coefficient of friction</a:t>
            </a:r>
            <a:endParaRPr sz="1100"/>
          </a:p>
          <a:p>
            <a:pPr indent="0" lvl="0" marL="0" rtl="0" algn="l">
              <a:spcBef>
                <a:spcPts val="1200"/>
              </a:spcBef>
              <a:spcAft>
                <a:spcPts val="0"/>
              </a:spcAft>
              <a:buNone/>
            </a:pPr>
            <a:r>
              <a:rPr lang="en-GB" sz="1100"/>
              <a:t>Gradient</a:t>
            </a:r>
            <a:endParaRPr sz="1100"/>
          </a:p>
          <a:p>
            <a:pPr indent="0" lvl="0" marL="0" rtl="0" algn="l">
              <a:spcBef>
                <a:spcPts val="1200"/>
              </a:spcBef>
              <a:spcAft>
                <a:spcPts val="0"/>
              </a:spcAft>
              <a:buNone/>
            </a:pPr>
            <a:r>
              <a:rPr lang="en-GB" sz="1100"/>
              <a:t>Module 2: SSD Calculation Module</a:t>
            </a:r>
            <a:endParaRPr sz="1100"/>
          </a:p>
          <a:p>
            <a:pPr indent="0" lvl="0" marL="0" rtl="0" algn="l">
              <a:spcBef>
                <a:spcPts val="1200"/>
              </a:spcBef>
              <a:spcAft>
                <a:spcPts val="0"/>
              </a:spcAft>
              <a:buNone/>
            </a:pPr>
            <a:r>
              <a:rPr lang="en-GB" sz="1100"/>
              <a:t>Perception–reaction distance</a:t>
            </a:r>
            <a:endParaRPr sz="1100"/>
          </a:p>
          <a:p>
            <a:pPr indent="0" lvl="0" marL="0" rtl="0" algn="l">
              <a:spcBef>
                <a:spcPts val="1200"/>
              </a:spcBef>
              <a:spcAft>
                <a:spcPts val="0"/>
              </a:spcAft>
              <a:buNone/>
            </a:pPr>
            <a:r>
              <a:rPr lang="en-GB" sz="1100"/>
              <a:t>Braking distance</a:t>
            </a:r>
            <a:endParaRPr sz="1100"/>
          </a:p>
          <a:p>
            <a:pPr indent="0" lvl="0" marL="0" rtl="0" algn="l">
              <a:spcBef>
                <a:spcPts val="1200"/>
              </a:spcBef>
              <a:spcAft>
                <a:spcPts val="0"/>
              </a:spcAft>
              <a:buNone/>
            </a:pPr>
            <a:r>
              <a:rPr lang="en-GB" sz="1100"/>
              <a:t>Total Stopping Sight Distance (SSD)</a:t>
            </a:r>
            <a:endParaRPr sz="1100"/>
          </a:p>
          <a:p>
            <a:pPr indent="0" lvl="0" marL="0" rtl="0" algn="l">
              <a:spcBef>
                <a:spcPts val="1200"/>
              </a:spcBef>
              <a:spcAft>
                <a:spcPts val="1200"/>
              </a:spcAft>
              <a:buNone/>
            </a:pPr>
            <a:r>
              <a:t/>
            </a:r>
            <a:endParaRPr/>
          </a:p>
        </p:txBody>
      </p:sp>
      <p:sp>
        <p:nvSpPr>
          <p:cNvPr id="186" name="Google Shape;186;p23"/>
          <p:cNvSpPr txBox="1"/>
          <p:nvPr>
            <p:ph idx="2" type="body"/>
          </p:nvPr>
        </p:nvSpPr>
        <p:spPr>
          <a:xfrm>
            <a:off x="4638675" y="1990725"/>
            <a:ext cx="36861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Module 3: Output Module</a:t>
            </a:r>
            <a:endParaRPr/>
          </a:p>
          <a:p>
            <a:pPr indent="0" lvl="0" marL="0" rtl="0" algn="l">
              <a:spcBef>
                <a:spcPts val="1200"/>
              </a:spcBef>
              <a:spcAft>
                <a:spcPts val="0"/>
              </a:spcAft>
              <a:buNone/>
            </a:pPr>
            <a:r>
              <a:rPr lang="en-GB"/>
              <a:t>Reaction distance</a:t>
            </a:r>
            <a:endParaRPr/>
          </a:p>
          <a:p>
            <a:pPr indent="0" lvl="0" marL="0" rtl="0" algn="l">
              <a:spcBef>
                <a:spcPts val="1200"/>
              </a:spcBef>
              <a:spcAft>
                <a:spcPts val="0"/>
              </a:spcAft>
              <a:buNone/>
            </a:pPr>
            <a:r>
              <a:rPr lang="en-GB"/>
              <a:t>Braking distance</a:t>
            </a:r>
            <a:endParaRPr/>
          </a:p>
          <a:p>
            <a:pPr indent="0" lvl="0" marL="0" rtl="0" algn="l">
              <a:spcBef>
                <a:spcPts val="1200"/>
              </a:spcBef>
              <a:spcAft>
                <a:spcPts val="0"/>
              </a:spcAft>
              <a:buNone/>
            </a:pPr>
            <a:r>
              <a:rPr lang="en-GB"/>
              <a:t>Final SSD result</a:t>
            </a:r>
            <a:endParaRPr/>
          </a:p>
          <a:p>
            <a:pPr indent="0" lvl="0" marL="0" rtl="0" algn="l">
              <a:spcBef>
                <a:spcPts val="1200"/>
              </a:spcBef>
              <a:spcAft>
                <a:spcPts val="0"/>
              </a:spcAft>
              <a:buNone/>
            </a:pPr>
            <a:r>
              <a:rPr lang="en-GB"/>
              <a:t>Safe/unsafe indication for road design</a:t>
            </a:r>
            <a:endParaRPr/>
          </a:p>
          <a:p>
            <a:pPr indent="0" lvl="0" marL="0" rtl="0" algn="l">
              <a:spcBef>
                <a:spcPts val="1200"/>
              </a:spcBef>
              <a:spcAft>
                <a:spcPts val="120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24"/>
          <p:cNvSpPr txBox="1"/>
          <p:nvPr>
            <p:ph type="title"/>
          </p:nvPr>
        </p:nvSpPr>
        <p:spPr>
          <a:xfrm>
            <a:off x="819150" y="845600"/>
            <a:ext cx="7505700" cy="954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Soil Bearing Capacity Checker</a:t>
            </a:r>
            <a:endParaRPr/>
          </a:p>
          <a:p>
            <a:pPr indent="0" lvl="0" marL="0" rtl="0" algn="l">
              <a:spcBef>
                <a:spcPts val="0"/>
              </a:spcBef>
              <a:spcAft>
                <a:spcPts val="0"/>
              </a:spcAft>
              <a:buNone/>
            </a:pPr>
            <a:r>
              <a:t/>
            </a:r>
            <a:endParaRPr/>
          </a:p>
        </p:txBody>
      </p:sp>
      <p:sp>
        <p:nvSpPr>
          <p:cNvPr id="192" name="Google Shape;192;p24"/>
          <p:cNvSpPr txBox="1"/>
          <p:nvPr>
            <p:ph idx="1" type="body"/>
          </p:nvPr>
        </p:nvSpPr>
        <p:spPr>
          <a:xfrm>
            <a:off x="819150" y="1515100"/>
            <a:ext cx="3686100" cy="292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100"/>
              <a:t>Module 1: Input Module</a:t>
            </a:r>
            <a:endParaRPr sz="1100"/>
          </a:p>
          <a:p>
            <a:pPr indent="0" lvl="0" marL="0" rtl="0" algn="l">
              <a:spcBef>
                <a:spcPts val="1200"/>
              </a:spcBef>
              <a:spcAft>
                <a:spcPts val="0"/>
              </a:spcAft>
              <a:buNone/>
            </a:pPr>
            <a:r>
              <a:rPr lang="en-GB" sz="1100"/>
              <a:t>Soil type</a:t>
            </a:r>
            <a:endParaRPr sz="1100"/>
          </a:p>
          <a:p>
            <a:pPr indent="0" lvl="0" marL="0" rtl="0" algn="l">
              <a:lnSpc>
                <a:spcPct val="100000"/>
              </a:lnSpc>
              <a:spcBef>
                <a:spcPts val="1200"/>
              </a:spcBef>
              <a:spcAft>
                <a:spcPts val="0"/>
              </a:spcAft>
              <a:buNone/>
            </a:pPr>
            <a:r>
              <a:rPr lang="en-GB" sz="1100"/>
              <a:t>Cohesion (c)</a:t>
            </a:r>
            <a:endParaRPr sz="1100"/>
          </a:p>
          <a:p>
            <a:pPr indent="0" lvl="0" marL="0" rtl="0" algn="l">
              <a:spcBef>
                <a:spcPts val="1200"/>
              </a:spcBef>
              <a:spcAft>
                <a:spcPts val="0"/>
              </a:spcAft>
              <a:buNone/>
            </a:pPr>
            <a:r>
              <a:rPr lang="en-GB" sz="1100"/>
              <a:t>Angle of internal friction (ϕ)</a:t>
            </a:r>
            <a:endParaRPr sz="1100"/>
          </a:p>
          <a:p>
            <a:pPr indent="0" lvl="0" marL="0" rtl="0" algn="l">
              <a:spcBef>
                <a:spcPts val="1200"/>
              </a:spcBef>
              <a:spcAft>
                <a:spcPts val="0"/>
              </a:spcAft>
              <a:buNone/>
            </a:pPr>
            <a:r>
              <a:rPr lang="en-GB" sz="1100"/>
              <a:t>Unit weight (γ)</a:t>
            </a:r>
            <a:endParaRPr sz="1100"/>
          </a:p>
          <a:p>
            <a:pPr indent="0" lvl="0" marL="0" rtl="0" algn="l">
              <a:spcBef>
                <a:spcPts val="1200"/>
              </a:spcBef>
              <a:spcAft>
                <a:spcPts val="0"/>
              </a:spcAft>
              <a:buNone/>
            </a:pPr>
            <a:r>
              <a:rPr lang="en-GB" sz="1100"/>
              <a:t>Foundation width (B)</a:t>
            </a:r>
            <a:endParaRPr sz="1100"/>
          </a:p>
          <a:p>
            <a:pPr indent="0" lvl="0" marL="0" rtl="0" algn="l">
              <a:spcBef>
                <a:spcPts val="1200"/>
              </a:spcBef>
              <a:spcAft>
                <a:spcPts val="0"/>
              </a:spcAft>
              <a:buNone/>
            </a:pPr>
            <a:r>
              <a:rPr lang="en-GB" sz="1100"/>
              <a:t>Foundation depth (D)</a:t>
            </a:r>
            <a:endParaRPr sz="1100"/>
          </a:p>
          <a:p>
            <a:pPr indent="0" lvl="0" marL="0" rtl="0" algn="l">
              <a:spcBef>
                <a:spcPts val="1200"/>
              </a:spcBef>
              <a:spcAft>
                <a:spcPts val="0"/>
              </a:spcAft>
              <a:buNone/>
            </a:pPr>
            <a:r>
              <a:rPr lang="en-GB" sz="1100"/>
              <a:t>Module 2: Bearing Capacity Calculation Module</a:t>
            </a:r>
            <a:endParaRPr sz="1100"/>
          </a:p>
          <a:p>
            <a:pPr indent="0" lvl="0" marL="0" rtl="0" algn="l">
              <a:spcBef>
                <a:spcPts val="1200"/>
              </a:spcBef>
              <a:spcAft>
                <a:spcPts val="1200"/>
              </a:spcAft>
              <a:buNone/>
            </a:pPr>
            <a:r>
              <a:t/>
            </a:r>
            <a:endParaRPr/>
          </a:p>
        </p:txBody>
      </p:sp>
      <p:sp>
        <p:nvSpPr>
          <p:cNvPr id="193" name="Google Shape;193;p24"/>
          <p:cNvSpPr txBox="1"/>
          <p:nvPr>
            <p:ph idx="2" type="body"/>
          </p:nvPr>
        </p:nvSpPr>
        <p:spPr>
          <a:xfrm>
            <a:off x="4638675" y="1515225"/>
            <a:ext cx="3686100" cy="29235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GB" sz="1100"/>
              <a:t>Terzaghi’s formula</a:t>
            </a:r>
            <a:endParaRPr sz="1100"/>
          </a:p>
          <a:p>
            <a:pPr indent="0" lvl="0" marL="0" rtl="0" algn="l">
              <a:spcBef>
                <a:spcPts val="1200"/>
              </a:spcBef>
              <a:spcAft>
                <a:spcPts val="0"/>
              </a:spcAft>
              <a:buNone/>
            </a:pPr>
            <a:r>
              <a:rPr lang="en-GB" sz="1100"/>
              <a:t>Calculates ultimate bearing capacity</a:t>
            </a:r>
            <a:endParaRPr sz="1100"/>
          </a:p>
          <a:p>
            <a:pPr indent="0" lvl="0" marL="0" rtl="0" algn="l">
              <a:spcBef>
                <a:spcPts val="1200"/>
              </a:spcBef>
              <a:spcAft>
                <a:spcPts val="0"/>
              </a:spcAft>
              <a:buNone/>
            </a:pPr>
            <a:r>
              <a:rPr lang="en-GB" sz="1100"/>
              <a:t>Calculates net and safe bearing capacity (using FOS)</a:t>
            </a:r>
            <a:endParaRPr sz="1100"/>
          </a:p>
          <a:p>
            <a:pPr indent="0" lvl="0" marL="0" rtl="0" algn="l">
              <a:spcBef>
                <a:spcPts val="1200"/>
              </a:spcBef>
              <a:spcAft>
                <a:spcPts val="0"/>
              </a:spcAft>
              <a:buNone/>
            </a:pPr>
            <a:r>
              <a:rPr lang="en-GB" sz="1100"/>
              <a:t>Module 3: Output Module</a:t>
            </a:r>
            <a:endParaRPr sz="1100"/>
          </a:p>
          <a:p>
            <a:pPr indent="0" lvl="0" marL="0" rtl="0" algn="l">
              <a:spcBef>
                <a:spcPts val="1200"/>
              </a:spcBef>
              <a:spcAft>
                <a:spcPts val="0"/>
              </a:spcAft>
              <a:buNone/>
            </a:pPr>
            <a:r>
              <a:rPr lang="en-GB" sz="1100"/>
              <a:t>Ultimate bearing capacity</a:t>
            </a:r>
            <a:endParaRPr sz="1100"/>
          </a:p>
          <a:p>
            <a:pPr indent="0" lvl="0" marL="0" rtl="0" algn="l">
              <a:spcBef>
                <a:spcPts val="1200"/>
              </a:spcBef>
              <a:spcAft>
                <a:spcPts val="0"/>
              </a:spcAft>
              <a:buNone/>
            </a:pPr>
            <a:r>
              <a:rPr lang="en-GB" sz="1100"/>
              <a:t>Net SBC</a:t>
            </a:r>
            <a:endParaRPr sz="1100"/>
          </a:p>
          <a:p>
            <a:pPr indent="0" lvl="0" marL="0" rtl="0" algn="l">
              <a:spcBef>
                <a:spcPts val="1200"/>
              </a:spcBef>
              <a:spcAft>
                <a:spcPts val="0"/>
              </a:spcAft>
              <a:buNone/>
            </a:pPr>
            <a:r>
              <a:rPr lang="en-GB" sz="1100"/>
              <a:t>Safe SBC</a:t>
            </a:r>
            <a:endParaRPr sz="1100"/>
          </a:p>
          <a:p>
            <a:pPr indent="0" lvl="0" marL="0" rtl="0" algn="l">
              <a:spcBef>
                <a:spcPts val="1200"/>
              </a:spcBef>
              <a:spcAft>
                <a:spcPts val="0"/>
              </a:spcAft>
              <a:buNone/>
            </a:pPr>
            <a:r>
              <a:rPr lang="en-GB" sz="1100"/>
              <a:t>Suitable foundation recommendation</a:t>
            </a:r>
            <a:endParaRPr sz="1100"/>
          </a:p>
          <a:p>
            <a:pPr indent="0" lvl="0" marL="0" rtl="0" algn="l">
              <a:spcBef>
                <a:spcPts val="1200"/>
              </a:spcBef>
              <a:spcAft>
                <a:spcPts val="120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25"/>
          <p:cNvSpPr txBox="1"/>
          <p:nvPr>
            <p:ph type="title"/>
          </p:nvPr>
        </p:nvSpPr>
        <p:spPr>
          <a:xfrm>
            <a:off x="819150" y="845600"/>
            <a:ext cx="7505700" cy="954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Water Tank Volume Calculator</a:t>
            </a:r>
            <a:endParaRPr/>
          </a:p>
          <a:p>
            <a:pPr indent="0" lvl="0" marL="0" rtl="0" algn="l">
              <a:spcBef>
                <a:spcPts val="0"/>
              </a:spcBef>
              <a:spcAft>
                <a:spcPts val="0"/>
              </a:spcAft>
              <a:buNone/>
            </a:pPr>
            <a:r>
              <a:t/>
            </a:r>
            <a:endParaRPr/>
          </a:p>
        </p:txBody>
      </p:sp>
      <p:sp>
        <p:nvSpPr>
          <p:cNvPr id="199" name="Google Shape;199;p25"/>
          <p:cNvSpPr txBox="1"/>
          <p:nvPr>
            <p:ph idx="1" type="body"/>
          </p:nvPr>
        </p:nvSpPr>
        <p:spPr>
          <a:xfrm>
            <a:off x="819150" y="1990725"/>
            <a:ext cx="3686100" cy="2448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100"/>
              <a:t>Module 1: Input Module</a:t>
            </a:r>
            <a:endParaRPr sz="1100"/>
          </a:p>
          <a:p>
            <a:pPr indent="0" lvl="0" marL="0" rtl="0" algn="l">
              <a:spcBef>
                <a:spcPts val="1200"/>
              </a:spcBef>
              <a:spcAft>
                <a:spcPts val="0"/>
              </a:spcAft>
              <a:buNone/>
            </a:pPr>
            <a:r>
              <a:rPr lang="en-GB" sz="1100"/>
              <a:t>Select tank type (rectangular/cylindrical)</a:t>
            </a:r>
            <a:endParaRPr sz="1100"/>
          </a:p>
          <a:p>
            <a:pPr indent="0" lvl="0" marL="0" rtl="0" algn="l">
              <a:spcBef>
                <a:spcPts val="1200"/>
              </a:spcBef>
              <a:spcAft>
                <a:spcPts val="0"/>
              </a:spcAft>
              <a:buNone/>
            </a:pPr>
            <a:r>
              <a:rPr lang="en-GB" sz="1100"/>
              <a:t>Rectangular: Length, Width, Height</a:t>
            </a:r>
            <a:endParaRPr sz="1100"/>
          </a:p>
          <a:p>
            <a:pPr indent="0" lvl="0" marL="0" rtl="0" algn="l">
              <a:spcBef>
                <a:spcPts val="1200"/>
              </a:spcBef>
              <a:spcAft>
                <a:spcPts val="0"/>
              </a:spcAft>
              <a:buNone/>
            </a:pPr>
            <a:r>
              <a:rPr lang="en-GB" sz="1100"/>
              <a:t>Cylindrical: Radius, Height</a:t>
            </a:r>
            <a:endParaRPr sz="1100"/>
          </a:p>
          <a:p>
            <a:pPr indent="0" lvl="0" marL="0" rtl="0" algn="l">
              <a:spcBef>
                <a:spcPts val="1200"/>
              </a:spcBef>
              <a:spcAft>
                <a:spcPts val="0"/>
              </a:spcAft>
              <a:buNone/>
            </a:pPr>
            <a:r>
              <a:rPr lang="en-GB" sz="1100"/>
              <a:t>Module 2: Volume Calculation Module</a:t>
            </a:r>
            <a:endParaRPr sz="1100"/>
          </a:p>
          <a:p>
            <a:pPr indent="0" lvl="0" marL="0" rtl="0" algn="l">
              <a:spcBef>
                <a:spcPts val="1200"/>
              </a:spcBef>
              <a:spcAft>
                <a:spcPts val="0"/>
              </a:spcAft>
              <a:buNone/>
            </a:pPr>
            <a:r>
              <a:rPr lang="en-GB" sz="1100"/>
              <a:t>Volume in m³</a:t>
            </a:r>
            <a:endParaRPr sz="1100"/>
          </a:p>
          <a:p>
            <a:pPr indent="0" lvl="0" marL="0" rtl="0" algn="l">
              <a:spcBef>
                <a:spcPts val="1200"/>
              </a:spcBef>
              <a:spcAft>
                <a:spcPts val="0"/>
              </a:spcAft>
              <a:buNone/>
            </a:pPr>
            <a:r>
              <a:rPr lang="en-GB" sz="1100"/>
              <a:t>Converts to litres</a:t>
            </a:r>
            <a:endParaRPr sz="1100"/>
          </a:p>
          <a:p>
            <a:pPr indent="0" lvl="0" marL="0" rtl="0" algn="l">
              <a:spcBef>
                <a:spcPts val="1200"/>
              </a:spcBef>
              <a:spcAft>
                <a:spcPts val="1200"/>
              </a:spcAft>
              <a:buNone/>
            </a:pPr>
            <a:r>
              <a:t/>
            </a:r>
            <a:endParaRPr/>
          </a:p>
        </p:txBody>
      </p:sp>
      <p:sp>
        <p:nvSpPr>
          <p:cNvPr id="200" name="Google Shape;200;p25"/>
          <p:cNvSpPr txBox="1"/>
          <p:nvPr>
            <p:ph idx="2" type="body"/>
          </p:nvPr>
        </p:nvSpPr>
        <p:spPr>
          <a:xfrm>
            <a:off x="4638675" y="1990725"/>
            <a:ext cx="36861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Module 3: Output Module</a:t>
            </a:r>
            <a:endParaRPr/>
          </a:p>
          <a:p>
            <a:pPr indent="0" lvl="0" marL="0" rtl="0" algn="l">
              <a:spcBef>
                <a:spcPts val="1200"/>
              </a:spcBef>
              <a:spcAft>
                <a:spcPts val="0"/>
              </a:spcAft>
              <a:buNone/>
            </a:pPr>
            <a:r>
              <a:rPr lang="en-GB"/>
              <a:t>Volume in cubic meters</a:t>
            </a:r>
            <a:endParaRPr/>
          </a:p>
          <a:p>
            <a:pPr indent="0" lvl="0" marL="0" rtl="0" algn="l">
              <a:spcBef>
                <a:spcPts val="1200"/>
              </a:spcBef>
              <a:spcAft>
                <a:spcPts val="0"/>
              </a:spcAft>
              <a:buNone/>
            </a:pPr>
            <a:r>
              <a:rPr lang="en-GB"/>
              <a:t>Volume in litres</a:t>
            </a:r>
            <a:endParaRPr/>
          </a:p>
          <a:p>
            <a:pPr indent="0" lvl="0" marL="0" rtl="0" algn="l">
              <a:lnSpc>
                <a:spcPct val="100000"/>
              </a:lnSpc>
              <a:spcBef>
                <a:spcPts val="1200"/>
              </a:spcBef>
              <a:spcAft>
                <a:spcPts val="120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26"/>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MODULE WISE LOGIC:</a:t>
            </a:r>
            <a:endParaRPr/>
          </a:p>
        </p:txBody>
      </p:sp>
      <p:sp>
        <p:nvSpPr>
          <p:cNvPr id="206" name="Google Shape;206;p26"/>
          <p:cNvSpPr txBox="1"/>
          <p:nvPr>
            <p:ph idx="1" type="body"/>
          </p:nvPr>
        </p:nvSpPr>
        <p:spPr>
          <a:xfrm>
            <a:off x="819151" y="1800200"/>
            <a:ext cx="7904400" cy="2448000"/>
          </a:xfrm>
          <a:prstGeom prst="rect">
            <a:avLst/>
          </a:prstGeom>
        </p:spPr>
        <p:txBody>
          <a:bodyPr anchorCtr="0" anchor="t" bIns="91425" lIns="91425" spcFirstLastPara="1" rIns="91425" wrap="square" tIns="91425">
            <a:normAutofit fontScale="92500"/>
          </a:bodyPr>
          <a:lstStyle/>
          <a:p>
            <a:pPr indent="0" lvl="0" marL="0" rtl="0" algn="just">
              <a:spcBef>
                <a:spcPts val="0"/>
              </a:spcBef>
              <a:spcAft>
                <a:spcPts val="0"/>
              </a:spcAft>
              <a:buNone/>
            </a:pPr>
            <a:r>
              <a:rPr lang="en-GB" sz="1800"/>
              <a:t>1. The program uses a menu-driven approach implemented inside an infinite while loop.</a:t>
            </a:r>
            <a:endParaRPr sz="1800"/>
          </a:p>
          <a:p>
            <a:pPr indent="0" lvl="0" marL="0" rtl="0" algn="just">
              <a:spcBef>
                <a:spcPts val="1200"/>
              </a:spcBef>
              <a:spcAft>
                <a:spcPts val="0"/>
              </a:spcAft>
              <a:buNone/>
            </a:pPr>
            <a:r>
              <a:rPr lang="en-GB" sz="1800"/>
              <a:t>2. A main control module displays the menu and accepts the user’s choice.</a:t>
            </a:r>
            <a:endParaRPr sz="1800"/>
          </a:p>
          <a:p>
            <a:pPr indent="0" lvl="0" marL="0" rtl="0" algn="just">
              <a:spcBef>
                <a:spcPts val="1200"/>
              </a:spcBef>
              <a:spcAft>
                <a:spcPts val="0"/>
              </a:spcAft>
              <a:buNone/>
            </a:pPr>
            <a:r>
              <a:rPr lang="en-GB" sz="1800"/>
              <a:t>3. The switch-case structure integrates all computation modules in a single program.</a:t>
            </a:r>
            <a:endParaRPr sz="1800"/>
          </a:p>
          <a:p>
            <a:pPr indent="0" lvl="0" marL="0" rtl="0" algn="just">
              <a:spcBef>
                <a:spcPts val="1200"/>
              </a:spcBef>
              <a:spcAft>
                <a:spcPts val="0"/>
              </a:spcAft>
              <a:buNone/>
            </a:pPr>
            <a:r>
              <a:rPr lang="en-GB" sz="1800"/>
              <a:t>4. Case 1 integrates the SSD module, which calculates the Stopping Sight Distance based on user inputs.</a:t>
            </a:r>
            <a:endParaRPr sz="1800"/>
          </a:p>
          <a:p>
            <a:pPr indent="0" lvl="0" marL="0" rtl="0" algn="l">
              <a:spcBef>
                <a:spcPts val="1200"/>
              </a:spcBef>
              <a:spcAft>
                <a:spcPts val="120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27"/>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MODULE WISE LOGIC:</a:t>
            </a:r>
            <a:endParaRPr/>
          </a:p>
        </p:txBody>
      </p:sp>
      <p:sp>
        <p:nvSpPr>
          <p:cNvPr id="212" name="Google Shape;212;p27"/>
          <p:cNvSpPr txBox="1"/>
          <p:nvPr>
            <p:ph idx="1" type="body"/>
          </p:nvPr>
        </p:nvSpPr>
        <p:spPr>
          <a:xfrm>
            <a:off x="819150" y="1516650"/>
            <a:ext cx="7505700" cy="29220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GB" sz="1800"/>
              <a:t>5. Case 2 integrates the Soil Bearing Capacity module, which checks whether the foundation is safe or unsafe.</a:t>
            </a:r>
            <a:endParaRPr sz="1800"/>
          </a:p>
          <a:p>
            <a:pPr indent="0" lvl="0" marL="0" rtl="0" algn="l">
              <a:lnSpc>
                <a:spcPct val="100000"/>
              </a:lnSpc>
              <a:spcBef>
                <a:spcPts val="1200"/>
              </a:spcBef>
              <a:spcAft>
                <a:spcPts val="0"/>
              </a:spcAft>
              <a:buNone/>
            </a:pPr>
            <a:r>
              <a:rPr lang="en-GB" sz="1800"/>
              <a:t>6. Case 3 integrates the Water Tank Volume module, which calculates the volume of rectangular or cylindrical tanks.</a:t>
            </a:r>
            <a:endParaRPr sz="1800"/>
          </a:p>
          <a:p>
            <a:pPr indent="0" lvl="0" marL="0" rtl="0" algn="l">
              <a:lnSpc>
                <a:spcPct val="100000"/>
              </a:lnSpc>
              <a:spcBef>
                <a:spcPts val="1200"/>
              </a:spcBef>
              <a:spcAft>
                <a:spcPts val="0"/>
              </a:spcAft>
              <a:buNone/>
            </a:pPr>
            <a:r>
              <a:rPr lang="en-GB" sz="1800"/>
              <a:t>7. Each module performs its calculation independently using local variables.</a:t>
            </a:r>
            <a:endParaRPr sz="1800"/>
          </a:p>
          <a:p>
            <a:pPr indent="0" lvl="0" marL="0" rtl="0" algn="l">
              <a:lnSpc>
                <a:spcPct val="100000"/>
              </a:lnSpc>
              <a:spcBef>
                <a:spcPts val="1200"/>
              </a:spcBef>
              <a:spcAft>
                <a:spcPts val="0"/>
              </a:spcAft>
              <a:buNone/>
            </a:pPr>
            <a:r>
              <a:rPr lang="en-GB" sz="1800"/>
              <a:t>8. After execution of any module, control returns to the main menu automatically.</a:t>
            </a:r>
            <a:endParaRPr sz="1800"/>
          </a:p>
          <a:p>
            <a:pPr indent="0" lvl="0" marL="0" rtl="0" algn="l">
              <a:lnSpc>
                <a:spcPct val="100000"/>
              </a:lnSpc>
              <a:spcBef>
                <a:spcPts val="1200"/>
              </a:spcBef>
              <a:spcAft>
                <a:spcPts val="1200"/>
              </a:spcAft>
              <a:buNone/>
            </a:pPr>
            <a:r>
              <a:rPr lang="en-GB" sz="1800"/>
              <a:t>9. Case 4 acts as the exit module, terminating the program safely.</a:t>
            </a:r>
            <a:endParaRPr sz="18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28"/>
          <p:cNvSpPr txBox="1"/>
          <p:nvPr>
            <p:ph type="title"/>
          </p:nvPr>
        </p:nvSpPr>
        <p:spPr>
          <a:xfrm>
            <a:off x="819150" y="342950"/>
            <a:ext cx="7505700" cy="676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MODULE INTEGRATION(CODE):</a:t>
            </a:r>
            <a:endParaRPr/>
          </a:p>
        </p:txBody>
      </p:sp>
      <p:sp>
        <p:nvSpPr>
          <p:cNvPr id="218" name="Google Shape;218;p28"/>
          <p:cNvSpPr txBox="1"/>
          <p:nvPr>
            <p:ph idx="1" type="body"/>
          </p:nvPr>
        </p:nvSpPr>
        <p:spPr>
          <a:xfrm>
            <a:off x="1047375" y="1019750"/>
            <a:ext cx="7505700" cy="38526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en-GB"/>
              <a:t>#include &lt;stdio.h&gt;</a:t>
            </a:r>
            <a:endParaRPr/>
          </a:p>
          <a:p>
            <a:pPr indent="0" lvl="0" marL="0" rtl="0" algn="l">
              <a:spcBef>
                <a:spcPts val="1200"/>
              </a:spcBef>
              <a:spcAft>
                <a:spcPts val="0"/>
              </a:spcAft>
              <a:buNone/>
            </a:pPr>
            <a:r>
              <a:rPr lang="en-GB"/>
              <a:t>int main() </a:t>
            </a:r>
            <a:endParaRPr/>
          </a:p>
          <a:p>
            <a:pPr indent="0" lvl="0" marL="0" rtl="0" algn="l">
              <a:spcBef>
                <a:spcPts val="1200"/>
              </a:spcBef>
              <a:spcAft>
                <a:spcPts val="0"/>
              </a:spcAft>
              <a:buNone/>
            </a:pPr>
            <a:r>
              <a:rPr lang="en-GB"/>
              <a:t>    int choice;   // menu choice</a:t>
            </a:r>
            <a:endParaRPr/>
          </a:p>
          <a:p>
            <a:pPr indent="0" lvl="0" marL="0" rtl="0" algn="l">
              <a:spcBef>
                <a:spcPts val="1200"/>
              </a:spcBef>
              <a:spcAft>
                <a:spcPts val="0"/>
              </a:spcAft>
              <a:buNone/>
            </a:pPr>
            <a:r>
              <a:rPr lang="en-GB"/>
              <a:t>    while (1)     // infinite loop to repeat menu until exit</a:t>
            </a:r>
            <a:endParaRPr/>
          </a:p>
          <a:p>
            <a:pPr indent="0" lvl="0" marL="0" rtl="0" algn="l">
              <a:spcBef>
                <a:spcPts val="1200"/>
              </a:spcBef>
              <a:spcAft>
                <a:spcPts val="0"/>
              </a:spcAft>
              <a:buNone/>
            </a:pPr>
            <a:r>
              <a:rPr lang="en-GB"/>
              <a:t>    {</a:t>
            </a:r>
            <a:endParaRPr/>
          </a:p>
          <a:p>
            <a:pPr indent="0" lvl="0" marL="0" rtl="0" algn="l">
              <a:spcBef>
                <a:spcPts val="1200"/>
              </a:spcBef>
              <a:spcAft>
                <a:spcPts val="0"/>
              </a:spcAft>
              <a:buNone/>
            </a:pPr>
            <a:r>
              <a:rPr lang="en-GB"/>
              <a:t>        printf("\n==== MAIN MENU ====\n");</a:t>
            </a:r>
            <a:endParaRPr/>
          </a:p>
          <a:p>
            <a:pPr indent="0" lvl="0" marL="0" rtl="0" algn="l">
              <a:spcBef>
                <a:spcPts val="1200"/>
              </a:spcBef>
              <a:spcAft>
                <a:spcPts val="0"/>
              </a:spcAft>
              <a:buNone/>
            </a:pPr>
            <a:r>
              <a:rPr lang="en-GB"/>
              <a:t>        printf("1. Road Curve Design – Stopping Sight Distance (SSD)\n");</a:t>
            </a:r>
            <a:endParaRPr/>
          </a:p>
          <a:p>
            <a:pPr indent="0" lvl="0" marL="0" rtl="0" algn="l">
              <a:spcBef>
                <a:spcPts val="1200"/>
              </a:spcBef>
              <a:spcAft>
                <a:spcPts val="0"/>
              </a:spcAft>
              <a:buNone/>
            </a:pPr>
            <a:r>
              <a:rPr lang="en-GB"/>
              <a:t>        printf("2. Soil Bearing Capacity Checker\n");</a:t>
            </a:r>
            <a:endParaRPr/>
          </a:p>
          <a:p>
            <a:pPr indent="0" lvl="0" marL="0" rtl="0" algn="l">
              <a:spcBef>
                <a:spcPts val="1200"/>
              </a:spcBef>
              <a:spcAft>
                <a:spcPts val="0"/>
              </a:spcAft>
              <a:buNone/>
            </a:pPr>
            <a:r>
              <a:rPr lang="en-GB"/>
              <a:t>        printf("3. Water Tank Volume Calculator\n");</a:t>
            </a:r>
            <a:endParaRPr/>
          </a:p>
          <a:p>
            <a:pPr indent="0" lvl="0" marL="0" rtl="0" algn="l">
              <a:spcBef>
                <a:spcPts val="1200"/>
              </a:spcBef>
              <a:spcAft>
                <a:spcPts val="0"/>
              </a:spcAft>
              <a:buNone/>
            </a:pPr>
            <a:r>
              <a:rPr lang="en-GB"/>
              <a:t>        printf("4. Exit\n");</a:t>
            </a:r>
            <a:endParaRPr/>
          </a:p>
          <a:p>
            <a:pPr indent="0" lvl="0" marL="0" rtl="0" algn="l">
              <a:spcBef>
                <a:spcPts val="1200"/>
              </a:spcBef>
              <a:spcAft>
                <a:spcPts val="0"/>
              </a:spcAft>
              <a:buNone/>
            </a:pPr>
            <a:r>
              <a:rPr lang="en-GB"/>
              <a:t>        printf("Enter your choice: ");</a:t>
            </a:r>
            <a:endParaRPr/>
          </a:p>
          <a:p>
            <a:pPr indent="0" lvl="0" marL="0" rtl="0" algn="l">
              <a:spcBef>
                <a:spcPts val="1200"/>
              </a:spcBef>
              <a:spcAft>
                <a:spcPts val="1200"/>
              </a:spcAft>
              <a:buNone/>
            </a:pPr>
            <a:r>
              <a:rPr lang="en-GB"/>
              <a:t>        scanf("%d", &amp;choice);</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9"/>
          <p:cNvSpPr txBox="1"/>
          <p:nvPr>
            <p:ph idx="1" type="body"/>
          </p:nvPr>
        </p:nvSpPr>
        <p:spPr>
          <a:xfrm>
            <a:off x="830700" y="320450"/>
            <a:ext cx="5071200" cy="44958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en-GB" sz="1400"/>
              <a:t>switch (choice) </a:t>
            </a:r>
            <a:endParaRPr sz="1400"/>
          </a:p>
          <a:p>
            <a:pPr indent="0" lvl="0" marL="0" rtl="0" algn="l">
              <a:spcBef>
                <a:spcPts val="1200"/>
              </a:spcBef>
              <a:spcAft>
                <a:spcPts val="0"/>
              </a:spcAft>
              <a:buNone/>
            </a:pPr>
            <a:r>
              <a:rPr lang="en-GB" sz="1400"/>
              <a:t>        {</a:t>
            </a:r>
            <a:endParaRPr sz="1400"/>
          </a:p>
          <a:p>
            <a:pPr indent="0" lvl="0" marL="0" rtl="0" algn="l">
              <a:spcBef>
                <a:spcPts val="1200"/>
              </a:spcBef>
              <a:spcAft>
                <a:spcPts val="0"/>
              </a:spcAft>
              <a:buNone/>
            </a:pPr>
            <a:r>
              <a:rPr lang="en-GB" sz="1400"/>
              <a:t>            // -------------------- SSD PROGRAM --------------------</a:t>
            </a:r>
            <a:endParaRPr sz="1400"/>
          </a:p>
          <a:p>
            <a:pPr indent="0" lvl="0" marL="0" rtl="0" algn="l">
              <a:spcBef>
                <a:spcPts val="1200"/>
              </a:spcBef>
              <a:spcAft>
                <a:spcPts val="0"/>
              </a:spcAft>
              <a:buNone/>
            </a:pPr>
            <a:r>
              <a:rPr lang="en-GB" sz="1400"/>
              <a:t>            case 1: </a:t>
            </a:r>
            <a:endParaRPr sz="1400"/>
          </a:p>
          <a:p>
            <a:pPr indent="0" lvl="0" marL="0" rtl="0" algn="l">
              <a:spcBef>
                <a:spcPts val="1200"/>
              </a:spcBef>
              <a:spcAft>
                <a:spcPts val="0"/>
              </a:spcAft>
              <a:buNone/>
            </a:pPr>
            <a:r>
              <a:rPr lang="en-GB" sz="1400"/>
              <a:t>            {</a:t>
            </a:r>
            <a:endParaRPr sz="1400"/>
          </a:p>
          <a:p>
            <a:pPr indent="0" lvl="0" marL="0" rtl="0" algn="l">
              <a:spcBef>
                <a:spcPts val="1200"/>
              </a:spcBef>
              <a:spcAft>
                <a:spcPts val="0"/>
              </a:spcAft>
              <a:buNone/>
            </a:pPr>
            <a:r>
              <a:rPr lang="en-GB" sz="1400"/>
              <a:t>                float v, t, f, SSD;</a:t>
            </a:r>
            <a:endParaRPr sz="1400"/>
          </a:p>
          <a:p>
            <a:pPr indent="0" lvl="0" marL="0" rtl="0" algn="l">
              <a:spcBef>
                <a:spcPts val="1200"/>
              </a:spcBef>
              <a:spcAft>
                <a:spcPts val="0"/>
              </a:spcAft>
              <a:buNone/>
            </a:pPr>
            <a:r>
              <a:rPr lang="en-GB" sz="1400"/>
              <a:t>                printf("\n=== Road Curve Design – Stopping Sight Distance (SSD) ===\n");</a:t>
            </a:r>
            <a:endParaRPr sz="1400"/>
          </a:p>
          <a:p>
            <a:pPr indent="0" lvl="0" marL="0" rtl="0" algn="l">
              <a:spcBef>
                <a:spcPts val="1200"/>
              </a:spcBef>
              <a:spcAft>
                <a:spcPts val="0"/>
              </a:spcAft>
              <a:buNone/>
            </a:pPr>
            <a:r>
              <a:rPr lang="en-GB" sz="1400"/>
              <a:t>                printf("Enter speed of vehicle (km/hr): ");</a:t>
            </a:r>
            <a:endParaRPr sz="1400"/>
          </a:p>
          <a:p>
            <a:pPr indent="0" lvl="0" marL="0" rtl="0" algn="l">
              <a:spcBef>
                <a:spcPts val="1200"/>
              </a:spcBef>
              <a:spcAft>
                <a:spcPts val="0"/>
              </a:spcAft>
              <a:buNone/>
            </a:pPr>
            <a:r>
              <a:rPr lang="en-GB" sz="1400"/>
              <a:t>                scanf("%f", &amp;v);</a:t>
            </a:r>
            <a:endParaRPr sz="1400"/>
          </a:p>
          <a:p>
            <a:pPr indent="0" lvl="0" marL="0" rtl="0" algn="l">
              <a:spcBef>
                <a:spcPts val="1200"/>
              </a:spcBef>
              <a:spcAft>
                <a:spcPts val="0"/>
              </a:spcAft>
              <a:buNone/>
            </a:pPr>
            <a:r>
              <a:rPr lang="en-GB" sz="1400"/>
              <a:t>                printf("Enter reaction time (sec): ");</a:t>
            </a:r>
            <a:endParaRPr sz="1400"/>
          </a:p>
          <a:p>
            <a:pPr indent="0" lvl="0" marL="0" rtl="0" algn="l">
              <a:spcBef>
                <a:spcPts val="1200"/>
              </a:spcBef>
              <a:spcAft>
                <a:spcPts val="0"/>
              </a:spcAft>
              <a:buNone/>
            </a:pPr>
            <a:r>
              <a:rPr lang="en-GB" sz="1400"/>
              <a:t>                scanf("%f", &amp;t);</a:t>
            </a:r>
            <a:endParaRPr sz="1400"/>
          </a:p>
          <a:p>
            <a:pPr indent="0" lvl="0" marL="0" rtl="0" algn="l">
              <a:spcBef>
                <a:spcPts val="1200"/>
              </a:spcBef>
              <a:spcAft>
                <a:spcPts val="0"/>
              </a:spcAft>
              <a:buNone/>
            </a:pPr>
            <a:r>
              <a:rPr lang="en-GB" sz="1400"/>
              <a:t>                printf("Enter coefficient of friction: ");</a:t>
            </a:r>
            <a:endParaRPr sz="1400"/>
          </a:p>
          <a:p>
            <a:pPr indent="0" lvl="0" marL="0" rtl="0" algn="l">
              <a:spcBef>
                <a:spcPts val="1200"/>
              </a:spcBef>
              <a:spcAft>
                <a:spcPts val="1200"/>
              </a:spcAft>
              <a:buNone/>
            </a:pPr>
            <a:r>
              <a:rPr lang="en-GB" sz="1400"/>
              <a:t>                scanf("%f", &amp;f);</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30"/>
          <p:cNvSpPr txBox="1"/>
          <p:nvPr>
            <p:ph idx="1" type="body"/>
          </p:nvPr>
        </p:nvSpPr>
        <p:spPr>
          <a:xfrm>
            <a:off x="830700" y="231000"/>
            <a:ext cx="6061200" cy="4670400"/>
          </a:xfrm>
          <a:prstGeom prst="rect">
            <a:avLst/>
          </a:prstGeom>
        </p:spPr>
        <p:txBody>
          <a:bodyPr anchorCtr="0" anchor="t" bIns="91425" lIns="91425" spcFirstLastPara="1" rIns="91425" wrap="square" tIns="91425">
            <a:normAutofit fontScale="92500" lnSpcReduction="20000"/>
          </a:bodyPr>
          <a:lstStyle/>
          <a:p>
            <a:pPr indent="0" lvl="0" marL="0" rtl="0" algn="l">
              <a:lnSpc>
                <a:spcPct val="100000"/>
              </a:lnSpc>
              <a:spcBef>
                <a:spcPts val="0"/>
              </a:spcBef>
              <a:spcAft>
                <a:spcPts val="0"/>
              </a:spcAft>
              <a:buNone/>
            </a:pPr>
            <a:r>
              <a:rPr lang="en-GB"/>
              <a:t>SSD = (v * t) + ((v * v) / (254 * f));</a:t>
            </a:r>
            <a:endParaRPr/>
          </a:p>
          <a:p>
            <a:pPr indent="0" lvl="0" marL="0" rtl="0" algn="l">
              <a:lnSpc>
                <a:spcPct val="100000"/>
              </a:lnSpc>
              <a:spcBef>
                <a:spcPts val="1200"/>
              </a:spcBef>
              <a:spcAft>
                <a:spcPts val="0"/>
              </a:spcAft>
              <a:buNone/>
            </a:pPr>
            <a:r>
              <a:rPr lang="en-GB"/>
              <a:t>                printf("\nStopping Sight Distance (SSD) = %.2f meters\n", SSD);</a:t>
            </a:r>
            <a:endParaRPr/>
          </a:p>
          <a:p>
            <a:pPr indent="0" lvl="0" marL="0" rtl="0" algn="l">
              <a:lnSpc>
                <a:spcPct val="100000"/>
              </a:lnSpc>
              <a:spcBef>
                <a:spcPts val="1200"/>
              </a:spcBef>
              <a:spcAft>
                <a:spcPts val="0"/>
              </a:spcAft>
              <a:buNone/>
            </a:pPr>
            <a:r>
              <a:rPr lang="en-GB"/>
              <a:t>                break;</a:t>
            </a:r>
            <a:endParaRPr/>
          </a:p>
          <a:p>
            <a:pPr indent="0" lvl="0" marL="0" rtl="0" algn="l">
              <a:lnSpc>
                <a:spcPct val="100000"/>
              </a:lnSpc>
              <a:spcBef>
                <a:spcPts val="1200"/>
              </a:spcBef>
              <a:spcAft>
                <a:spcPts val="0"/>
              </a:spcAft>
              <a:buNone/>
            </a:pPr>
            <a:r>
              <a:rPr lang="en-GB"/>
              <a:t>            }</a:t>
            </a:r>
            <a:endParaRPr/>
          </a:p>
          <a:p>
            <a:pPr indent="0" lvl="0" marL="0" rtl="0" algn="l">
              <a:lnSpc>
                <a:spcPct val="100000"/>
              </a:lnSpc>
              <a:spcBef>
                <a:spcPts val="1200"/>
              </a:spcBef>
              <a:spcAft>
                <a:spcPts val="0"/>
              </a:spcAft>
              <a:buNone/>
            </a:pPr>
            <a:r>
              <a:rPr lang="en-GB"/>
              <a:t>            // -------------------- SOIL BEARING CAPACITY PROGRAM --------------------</a:t>
            </a:r>
            <a:endParaRPr/>
          </a:p>
          <a:p>
            <a:pPr indent="0" lvl="0" marL="0" rtl="0" algn="l">
              <a:lnSpc>
                <a:spcPct val="100000"/>
              </a:lnSpc>
              <a:spcBef>
                <a:spcPts val="1200"/>
              </a:spcBef>
              <a:spcAft>
                <a:spcPts val="0"/>
              </a:spcAft>
              <a:buNone/>
            </a:pPr>
            <a:r>
              <a:rPr lang="en-GB"/>
              <a:t>            case 2: </a:t>
            </a:r>
            <a:endParaRPr/>
          </a:p>
          <a:p>
            <a:pPr indent="0" lvl="0" marL="0" rtl="0" algn="l">
              <a:lnSpc>
                <a:spcPct val="100000"/>
              </a:lnSpc>
              <a:spcBef>
                <a:spcPts val="1200"/>
              </a:spcBef>
              <a:spcAft>
                <a:spcPts val="0"/>
              </a:spcAft>
              <a:buNone/>
            </a:pPr>
            <a:r>
              <a:rPr lang="en-GB"/>
              <a:t>            {</a:t>
            </a:r>
            <a:endParaRPr/>
          </a:p>
          <a:p>
            <a:pPr indent="0" lvl="0" marL="0" rtl="0" algn="l">
              <a:lnSpc>
                <a:spcPct val="100000"/>
              </a:lnSpc>
              <a:spcBef>
                <a:spcPts val="1200"/>
              </a:spcBef>
              <a:spcAft>
                <a:spcPts val="0"/>
              </a:spcAft>
              <a:buNone/>
            </a:pPr>
            <a:r>
              <a:rPr lang="en-GB"/>
              <a:t>                float load, area, SBC, stress;</a:t>
            </a:r>
            <a:endParaRPr/>
          </a:p>
          <a:p>
            <a:pPr indent="0" lvl="0" marL="0" rtl="0" algn="l">
              <a:lnSpc>
                <a:spcPct val="100000"/>
              </a:lnSpc>
              <a:spcBef>
                <a:spcPts val="1200"/>
              </a:spcBef>
              <a:spcAft>
                <a:spcPts val="0"/>
              </a:spcAft>
              <a:buNone/>
            </a:pPr>
            <a:r>
              <a:rPr lang="en-GB"/>
              <a:t>                printf("\n=== Soil Bearing Capacity Checker ===\n");</a:t>
            </a:r>
            <a:endParaRPr/>
          </a:p>
          <a:p>
            <a:pPr indent="0" lvl="0" marL="0" rtl="0" algn="l">
              <a:lnSpc>
                <a:spcPct val="100000"/>
              </a:lnSpc>
              <a:spcBef>
                <a:spcPts val="1200"/>
              </a:spcBef>
              <a:spcAft>
                <a:spcPts val="0"/>
              </a:spcAft>
              <a:buNone/>
            </a:pPr>
            <a:r>
              <a:rPr lang="en-GB"/>
              <a:t>                printf("Enter load on foundation (kN): ");</a:t>
            </a:r>
            <a:endParaRPr/>
          </a:p>
          <a:p>
            <a:pPr indent="0" lvl="0" marL="0" rtl="0" algn="l">
              <a:lnSpc>
                <a:spcPct val="100000"/>
              </a:lnSpc>
              <a:spcBef>
                <a:spcPts val="1200"/>
              </a:spcBef>
              <a:spcAft>
                <a:spcPts val="0"/>
              </a:spcAft>
              <a:buNone/>
            </a:pPr>
            <a:r>
              <a:rPr lang="en-GB"/>
              <a:t>                scanf("%f", &amp;load);</a:t>
            </a:r>
            <a:endParaRPr/>
          </a:p>
          <a:p>
            <a:pPr indent="0" lvl="0" marL="0" rtl="0" algn="l">
              <a:lnSpc>
                <a:spcPct val="100000"/>
              </a:lnSpc>
              <a:spcBef>
                <a:spcPts val="1200"/>
              </a:spcBef>
              <a:spcAft>
                <a:spcPts val="0"/>
              </a:spcAft>
              <a:buNone/>
            </a:pPr>
            <a:r>
              <a:rPr lang="en-GB"/>
              <a:t>                printf("Enter area of foundation (sq.m): ");</a:t>
            </a:r>
            <a:endParaRPr/>
          </a:p>
          <a:p>
            <a:pPr indent="0" lvl="0" marL="0" rtl="0" algn="l">
              <a:lnSpc>
                <a:spcPct val="100000"/>
              </a:lnSpc>
              <a:spcBef>
                <a:spcPts val="1200"/>
              </a:spcBef>
              <a:spcAft>
                <a:spcPts val="0"/>
              </a:spcAft>
              <a:buNone/>
            </a:pPr>
            <a:r>
              <a:rPr lang="en-GB"/>
              <a:t>                scanf("%f", &amp;area);</a:t>
            </a:r>
            <a:endParaRPr/>
          </a:p>
          <a:p>
            <a:pPr indent="0" lvl="0" marL="0" rtl="0" algn="l">
              <a:lnSpc>
                <a:spcPct val="100000"/>
              </a:lnSpc>
              <a:spcBef>
                <a:spcPts val="1200"/>
              </a:spcBef>
              <a:spcAft>
                <a:spcPts val="0"/>
              </a:spcAft>
              <a:buNone/>
            </a:pPr>
            <a:r>
              <a:rPr lang="en-GB"/>
              <a:t>                printf("Enter safe bearing capacity of soil (kN/sq.m): ");</a:t>
            </a:r>
            <a:endParaRPr/>
          </a:p>
          <a:p>
            <a:pPr indent="0" lvl="0" marL="0" rtl="0" algn="l">
              <a:lnSpc>
                <a:spcPct val="100000"/>
              </a:lnSpc>
              <a:spcBef>
                <a:spcPts val="1200"/>
              </a:spcBef>
              <a:spcAft>
                <a:spcPts val="1200"/>
              </a:spcAft>
              <a:buNone/>
            </a:pPr>
            <a:r>
              <a:rPr lang="en-GB"/>
              <a:t>                scanf("%f", &amp;SBC);</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1"/>
          <p:cNvSpPr txBox="1"/>
          <p:nvPr>
            <p:ph idx="1" type="body"/>
          </p:nvPr>
        </p:nvSpPr>
        <p:spPr>
          <a:xfrm>
            <a:off x="583275" y="235375"/>
            <a:ext cx="7242900" cy="4664700"/>
          </a:xfrm>
          <a:prstGeom prst="rect">
            <a:avLst/>
          </a:prstGeom>
        </p:spPr>
        <p:txBody>
          <a:bodyPr anchorCtr="0" anchor="t" bIns="91425" lIns="91425" spcFirstLastPara="1" rIns="91425" wrap="square" tIns="91425">
            <a:normAutofit fontScale="70000" lnSpcReduction="20000"/>
          </a:bodyPr>
          <a:lstStyle/>
          <a:p>
            <a:pPr indent="0" lvl="0" marL="0" rtl="0" algn="l">
              <a:lnSpc>
                <a:spcPct val="100000"/>
              </a:lnSpc>
              <a:spcBef>
                <a:spcPts val="0"/>
              </a:spcBef>
              <a:spcAft>
                <a:spcPts val="0"/>
              </a:spcAft>
              <a:buNone/>
            </a:pPr>
            <a:r>
              <a:rPr lang="en-GB"/>
              <a:t>stress = load / area;</a:t>
            </a:r>
            <a:endParaRPr/>
          </a:p>
          <a:p>
            <a:pPr indent="0" lvl="0" marL="0" rtl="0" algn="l">
              <a:lnSpc>
                <a:spcPct val="100000"/>
              </a:lnSpc>
              <a:spcBef>
                <a:spcPts val="1200"/>
              </a:spcBef>
              <a:spcAft>
                <a:spcPts val="0"/>
              </a:spcAft>
              <a:buNone/>
            </a:pPr>
            <a:r>
              <a:rPr lang="en-GB"/>
              <a:t>                printf("\nApplied Stress = %.2f kN/m2\n", stress);</a:t>
            </a:r>
            <a:endParaRPr/>
          </a:p>
          <a:p>
            <a:pPr indent="0" lvl="0" marL="0" rtl="0" algn="l">
              <a:lnSpc>
                <a:spcPct val="100000"/>
              </a:lnSpc>
              <a:spcBef>
                <a:spcPts val="1200"/>
              </a:spcBef>
              <a:spcAft>
                <a:spcPts val="0"/>
              </a:spcAft>
              <a:buNone/>
            </a:pPr>
            <a:r>
              <a:rPr lang="en-GB"/>
              <a:t>                if (stress &lt;= SBC)</a:t>
            </a:r>
            <a:endParaRPr/>
          </a:p>
          <a:p>
            <a:pPr indent="0" lvl="0" marL="0" rtl="0" algn="l">
              <a:lnSpc>
                <a:spcPct val="100000"/>
              </a:lnSpc>
              <a:spcBef>
                <a:spcPts val="1200"/>
              </a:spcBef>
              <a:spcAft>
                <a:spcPts val="0"/>
              </a:spcAft>
              <a:buNone/>
            </a:pPr>
            <a:r>
              <a:rPr lang="en-GB"/>
              <a:t>                    printf("Result: SAFE — Soil can bear the load.\n");</a:t>
            </a:r>
            <a:endParaRPr/>
          </a:p>
          <a:p>
            <a:pPr indent="0" lvl="0" marL="0" rtl="0" algn="l">
              <a:lnSpc>
                <a:spcPct val="100000"/>
              </a:lnSpc>
              <a:spcBef>
                <a:spcPts val="1200"/>
              </a:spcBef>
              <a:spcAft>
                <a:spcPts val="0"/>
              </a:spcAft>
              <a:buNone/>
            </a:pPr>
            <a:r>
              <a:rPr lang="en-GB"/>
              <a:t>                else</a:t>
            </a:r>
            <a:endParaRPr/>
          </a:p>
          <a:p>
            <a:pPr indent="0" lvl="0" marL="0" rtl="0" algn="l">
              <a:lnSpc>
                <a:spcPct val="100000"/>
              </a:lnSpc>
              <a:spcBef>
                <a:spcPts val="1200"/>
              </a:spcBef>
              <a:spcAft>
                <a:spcPts val="0"/>
              </a:spcAft>
              <a:buNone/>
            </a:pPr>
            <a:r>
              <a:rPr lang="en-GB"/>
              <a:t>                    printf("Result: NOT SAFE — Increase foundation size.\n");</a:t>
            </a:r>
            <a:endParaRPr/>
          </a:p>
          <a:p>
            <a:pPr indent="0" lvl="0" marL="0" rtl="0" algn="l">
              <a:lnSpc>
                <a:spcPct val="100000"/>
              </a:lnSpc>
              <a:spcBef>
                <a:spcPts val="1200"/>
              </a:spcBef>
              <a:spcAft>
                <a:spcPts val="0"/>
              </a:spcAft>
              <a:buNone/>
            </a:pPr>
            <a:r>
              <a:rPr lang="en-GB"/>
              <a:t>                break;</a:t>
            </a:r>
            <a:endParaRPr/>
          </a:p>
          <a:p>
            <a:pPr indent="0" lvl="0" marL="0" rtl="0" algn="l">
              <a:lnSpc>
                <a:spcPct val="100000"/>
              </a:lnSpc>
              <a:spcBef>
                <a:spcPts val="1200"/>
              </a:spcBef>
              <a:spcAft>
                <a:spcPts val="0"/>
              </a:spcAft>
              <a:buNone/>
            </a:pPr>
            <a:r>
              <a:rPr lang="en-GB"/>
              <a:t>            }</a:t>
            </a:r>
            <a:endParaRPr/>
          </a:p>
          <a:p>
            <a:pPr indent="0" lvl="0" marL="0" rtl="0" algn="l">
              <a:lnSpc>
                <a:spcPct val="100000"/>
              </a:lnSpc>
              <a:spcBef>
                <a:spcPts val="1200"/>
              </a:spcBef>
              <a:spcAft>
                <a:spcPts val="0"/>
              </a:spcAft>
              <a:buNone/>
            </a:pPr>
            <a:r>
              <a:rPr lang="en-GB"/>
              <a:t>            // -------------------- WATER TANK VOLUME PROGRAM --------------------</a:t>
            </a:r>
            <a:endParaRPr/>
          </a:p>
          <a:p>
            <a:pPr indent="0" lvl="0" marL="0" rtl="0" algn="l">
              <a:lnSpc>
                <a:spcPct val="100000"/>
              </a:lnSpc>
              <a:spcBef>
                <a:spcPts val="1200"/>
              </a:spcBef>
              <a:spcAft>
                <a:spcPts val="0"/>
              </a:spcAft>
              <a:buNone/>
            </a:pPr>
            <a:r>
              <a:rPr lang="en-GB"/>
              <a:t>            case 3: </a:t>
            </a:r>
            <a:endParaRPr/>
          </a:p>
          <a:p>
            <a:pPr indent="0" lvl="0" marL="0" rtl="0" algn="l">
              <a:lnSpc>
                <a:spcPct val="100000"/>
              </a:lnSpc>
              <a:spcBef>
                <a:spcPts val="1200"/>
              </a:spcBef>
              <a:spcAft>
                <a:spcPts val="0"/>
              </a:spcAft>
              <a:buNone/>
            </a:pPr>
            <a:r>
              <a:rPr lang="en-GB"/>
              <a:t>            {</a:t>
            </a:r>
            <a:endParaRPr/>
          </a:p>
          <a:p>
            <a:pPr indent="0" lvl="0" marL="0" rtl="0" algn="l">
              <a:lnSpc>
                <a:spcPct val="100000"/>
              </a:lnSpc>
              <a:spcBef>
                <a:spcPts val="1200"/>
              </a:spcBef>
              <a:spcAft>
                <a:spcPts val="0"/>
              </a:spcAft>
              <a:buNone/>
            </a:pPr>
            <a:r>
              <a:rPr lang="en-GB"/>
              <a:t>                int tankType;</a:t>
            </a:r>
            <a:endParaRPr/>
          </a:p>
          <a:p>
            <a:pPr indent="0" lvl="0" marL="0" rtl="0" algn="l">
              <a:lnSpc>
                <a:spcPct val="100000"/>
              </a:lnSpc>
              <a:spcBef>
                <a:spcPts val="1200"/>
              </a:spcBef>
              <a:spcAft>
                <a:spcPts val="0"/>
              </a:spcAft>
              <a:buNone/>
            </a:pPr>
            <a:r>
              <a:rPr lang="en-GB"/>
              <a:t>                float length, width, height, radius, volume;</a:t>
            </a:r>
            <a:endParaRPr/>
          </a:p>
          <a:p>
            <a:pPr indent="0" lvl="0" marL="0" rtl="0" algn="l">
              <a:lnSpc>
                <a:spcPct val="100000"/>
              </a:lnSpc>
              <a:spcBef>
                <a:spcPts val="1200"/>
              </a:spcBef>
              <a:spcAft>
                <a:spcPts val="0"/>
              </a:spcAft>
              <a:buNone/>
            </a:pPr>
            <a:r>
              <a:rPr lang="en-GB"/>
              <a:t>                printf("\n=== Water Tank Volume Calculator ===\n");</a:t>
            </a:r>
            <a:endParaRPr/>
          </a:p>
          <a:p>
            <a:pPr indent="0" lvl="0" marL="0" rtl="0" algn="l">
              <a:lnSpc>
                <a:spcPct val="100000"/>
              </a:lnSpc>
              <a:spcBef>
                <a:spcPts val="1200"/>
              </a:spcBef>
              <a:spcAft>
                <a:spcPts val="0"/>
              </a:spcAft>
              <a:buNone/>
            </a:pPr>
            <a:r>
              <a:rPr lang="en-GB"/>
              <a:t>                printf("1. Rectangular Tank\n");</a:t>
            </a:r>
            <a:endParaRPr/>
          </a:p>
          <a:p>
            <a:pPr indent="0" lvl="0" marL="0" rtl="0" algn="l">
              <a:lnSpc>
                <a:spcPct val="100000"/>
              </a:lnSpc>
              <a:spcBef>
                <a:spcPts val="1200"/>
              </a:spcBef>
              <a:spcAft>
                <a:spcPts val="0"/>
              </a:spcAft>
              <a:buNone/>
            </a:pPr>
            <a:r>
              <a:rPr lang="en-GB"/>
              <a:t>                printf("2. Cylindrical Tank\n");</a:t>
            </a:r>
            <a:endParaRPr/>
          </a:p>
          <a:p>
            <a:pPr indent="0" lvl="0" marL="0" rtl="0" algn="l">
              <a:lnSpc>
                <a:spcPct val="100000"/>
              </a:lnSpc>
              <a:spcBef>
                <a:spcPts val="1200"/>
              </a:spcBef>
              <a:spcAft>
                <a:spcPts val="1200"/>
              </a:spcAft>
              <a:buNone/>
            </a:pPr>
            <a:r>
              <a:rPr lang="en-GB"/>
              <a:t>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2"/>
          <p:cNvSpPr txBox="1"/>
          <p:nvPr>
            <p:ph idx="1" type="body"/>
          </p:nvPr>
        </p:nvSpPr>
        <p:spPr>
          <a:xfrm>
            <a:off x="810500" y="415150"/>
            <a:ext cx="9800400" cy="4391400"/>
          </a:xfrm>
          <a:prstGeom prst="rect">
            <a:avLst/>
          </a:prstGeom>
        </p:spPr>
        <p:txBody>
          <a:bodyPr anchorCtr="0" anchor="t" bIns="91425" lIns="91425" spcFirstLastPara="1" rIns="91425" wrap="square" tIns="91425">
            <a:normAutofit fontScale="85000" lnSpcReduction="20000"/>
          </a:bodyPr>
          <a:lstStyle/>
          <a:p>
            <a:pPr indent="0" lvl="0" marL="0" rtl="0" algn="l">
              <a:lnSpc>
                <a:spcPct val="100000"/>
              </a:lnSpc>
              <a:spcBef>
                <a:spcPts val="0"/>
              </a:spcBef>
              <a:spcAft>
                <a:spcPts val="0"/>
              </a:spcAft>
              <a:buNone/>
            </a:pPr>
            <a:r>
              <a:rPr lang="en-GB"/>
              <a:t>              printf("Enter type: ");</a:t>
            </a:r>
            <a:endParaRPr/>
          </a:p>
          <a:p>
            <a:pPr indent="0" lvl="0" marL="0" rtl="0" algn="l">
              <a:lnSpc>
                <a:spcPct val="100000"/>
              </a:lnSpc>
              <a:spcBef>
                <a:spcPts val="1200"/>
              </a:spcBef>
              <a:spcAft>
                <a:spcPts val="0"/>
              </a:spcAft>
              <a:buNone/>
            </a:pPr>
            <a:r>
              <a:rPr lang="en-GB"/>
              <a:t>                scanf("%d", &amp;tankType);</a:t>
            </a:r>
            <a:endParaRPr/>
          </a:p>
          <a:p>
            <a:pPr indent="0" lvl="0" marL="0" rtl="0" algn="l">
              <a:lnSpc>
                <a:spcPct val="100000"/>
              </a:lnSpc>
              <a:spcBef>
                <a:spcPts val="1200"/>
              </a:spcBef>
              <a:spcAft>
                <a:spcPts val="0"/>
              </a:spcAft>
              <a:buNone/>
            </a:pPr>
            <a:r>
              <a:rPr lang="en-GB"/>
              <a:t>if (tankType == 1) {</a:t>
            </a:r>
            <a:endParaRPr/>
          </a:p>
          <a:p>
            <a:pPr indent="0" lvl="0" marL="0" rtl="0" algn="l">
              <a:lnSpc>
                <a:spcPct val="100000"/>
              </a:lnSpc>
              <a:spcBef>
                <a:spcPts val="1200"/>
              </a:spcBef>
              <a:spcAft>
                <a:spcPts val="0"/>
              </a:spcAft>
              <a:buNone/>
            </a:pPr>
            <a:r>
              <a:rPr lang="en-GB"/>
              <a:t>                    printf("Enter length (m): ");</a:t>
            </a:r>
            <a:endParaRPr/>
          </a:p>
          <a:p>
            <a:pPr indent="0" lvl="0" marL="0" rtl="0" algn="l">
              <a:lnSpc>
                <a:spcPct val="100000"/>
              </a:lnSpc>
              <a:spcBef>
                <a:spcPts val="1200"/>
              </a:spcBef>
              <a:spcAft>
                <a:spcPts val="0"/>
              </a:spcAft>
              <a:buNone/>
            </a:pPr>
            <a:r>
              <a:rPr lang="en-GB"/>
              <a:t>                    scanf("%f", &amp;length);</a:t>
            </a:r>
            <a:endParaRPr/>
          </a:p>
          <a:p>
            <a:pPr indent="0" lvl="0" marL="0" rtl="0" algn="l">
              <a:lnSpc>
                <a:spcPct val="100000"/>
              </a:lnSpc>
              <a:spcBef>
                <a:spcPts val="1200"/>
              </a:spcBef>
              <a:spcAft>
                <a:spcPts val="0"/>
              </a:spcAft>
              <a:buNone/>
            </a:pPr>
            <a:r>
              <a:rPr lang="en-GB"/>
              <a:t>                    printf("Enter width (m): ");</a:t>
            </a:r>
            <a:endParaRPr/>
          </a:p>
          <a:p>
            <a:pPr indent="0" lvl="0" marL="0" rtl="0" algn="l">
              <a:lnSpc>
                <a:spcPct val="100000"/>
              </a:lnSpc>
              <a:spcBef>
                <a:spcPts val="1200"/>
              </a:spcBef>
              <a:spcAft>
                <a:spcPts val="0"/>
              </a:spcAft>
              <a:buNone/>
            </a:pPr>
            <a:r>
              <a:rPr lang="en-GB"/>
              <a:t>                    scanf("%f", &amp;width);</a:t>
            </a:r>
            <a:endParaRPr/>
          </a:p>
          <a:p>
            <a:pPr indent="0" lvl="0" marL="0" rtl="0" algn="l">
              <a:lnSpc>
                <a:spcPct val="100000"/>
              </a:lnSpc>
              <a:spcBef>
                <a:spcPts val="1200"/>
              </a:spcBef>
              <a:spcAft>
                <a:spcPts val="0"/>
              </a:spcAft>
              <a:buNone/>
            </a:pPr>
            <a:r>
              <a:rPr lang="en-GB"/>
              <a:t>                    printf("Enter height (m): ");</a:t>
            </a:r>
            <a:endParaRPr/>
          </a:p>
          <a:p>
            <a:pPr indent="0" lvl="0" marL="0" rtl="0" algn="l">
              <a:lnSpc>
                <a:spcPct val="100000"/>
              </a:lnSpc>
              <a:spcBef>
                <a:spcPts val="1200"/>
              </a:spcBef>
              <a:spcAft>
                <a:spcPts val="0"/>
              </a:spcAft>
              <a:buNone/>
            </a:pPr>
            <a:r>
              <a:rPr lang="en-GB"/>
              <a:t>                    scanf("%f", &amp;height);</a:t>
            </a:r>
            <a:endParaRPr/>
          </a:p>
          <a:p>
            <a:pPr indent="0" lvl="0" marL="0" rtl="0" algn="l">
              <a:lnSpc>
                <a:spcPct val="100000"/>
              </a:lnSpc>
              <a:spcBef>
                <a:spcPts val="1200"/>
              </a:spcBef>
              <a:spcAft>
                <a:spcPts val="0"/>
              </a:spcAft>
              <a:buNone/>
            </a:pPr>
            <a:r>
              <a:rPr lang="en-GB"/>
              <a:t>                    volume = length * width * height;</a:t>
            </a:r>
            <a:endParaRPr/>
          </a:p>
          <a:p>
            <a:pPr indent="0" lvl="0" marL="0" rtl="0" algn="l">
              <a:lnSpc>
                <a:spcPct val="100000"/>
              </a:lnSpc>
              <a:spcBef>
                <a:spcPts val="1200"/>
              </a:spcBef>
              <a:spcAft>
                <a:spcPts val="0"/>
              </a:spcAft>
              <a:buNone/>
            </a:pPr>
            <a:r>
              <a:rPr lang="en-GB"/>
              <a:t>                    printf("\nVolume of Rectangular Tank = %.2f cubic meters\n", volume);</a:t>
            </a:r>
            <a:endParaRPr/>
          </a:p>
          <a:p>
            <a:pPr indent="0" lvl="0" marL="0" rtl="0" algn="l">
              <a:lnSpc>
                <a:spcPct val="100000"/>
              </a:lnSpc>
              <a:spcBef>
                <a:spcPts val="1200"/>
              </a:spcBef>
              <a:spcAft>
                <a:spcPts val="0"/>
              </a:spcAft>
              <a:buNone/>
            </a:pPr>
            <a:r>
              <a:rPr lang="en-GB"/>
              <a:t>                }</a:t>
            </a:r>
            <a:endParaRPr/>
          </a:p>
          <a:p>
            <a:pPr indent="0" lvl="0" marL="0" rtl="0" algn="l">
              <a:lnSpc>
                <a:spcPct val="100000"/>
              </a:lnSpc>
              <a:spcBef>
                <a:spcPts val="1200"/>
              </a:spcBef>
              <a:spcAft>
                <a:spcPts val="0"/>
              </a:spcAft>
              <a:buNone/>
            </a:pPr>
            <a:r>
              <a:rPr lang="en-GB"/>
              <a:t>                else if (tankType == 2) {</a:t>
            </a:r>
            <a:endParaRPr/>
          </a:p>
          <a:p>
            <a:pPr indent="0" lvl="0" marL="0" rtl="0" algn="l">
              <a:lnSpc>
                <a:spcPct val="100000"/>
              </a:lnSpc>
              <a:spcBef>
                <a:spcPts val="1200"/>
              </a:spcBef>
              <a:spcAft>
                <a:spcPts val="0"/>
              </a:spcAft>
              <a:buNone/>
            </a:pPr>
            <a:r>
              <a:rPr lang="en-GB"/>
              <a:t>                    printf("Enter radius (m): ");</a:t>
            </a:r>
            <a:endParaRPr/>
          </a:p>
          <a:p>
            <a:pPr indent="0" lvl="0" marL="0" rtl="0" algn="l">
              <a:lnSpc>
                <a:spcPct val="100000"/>
              </a:lnSpc>
              <a:spcBef>
                <a:spcPts val="1200"/>
              </a:spcBef>
              <a:spcAft>
                <a:spcPts val="1200"/>
              </a:spcAft>
              <a:buNone/>
            </a:pPr>
            <a:r>
              <a:rPr lang="en-GB"/>
              <a:t>                    scanf("%f", &amp;radius);</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3"/>
          <p:cNvSpPr txBox="1"/>
          <p:nvPr>
            <p:ph idx="1" type="body"/>
          </p:nvPr>
        </p:nvSpPr>
        <p:spPr>
          <a:xfrm>
            <a:off x="830700" y="503200"/>
            <a:ext cx="7613700" cy="41499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GB"/>
              <a:t>     printf("Enter height (m): ");</a:t>
            </a:r>
            <a:endParaRPr/>
          </a:p>
          <a:p>
            <a:pPr indent="0" lvl="0" marL="0" rtl="0" algn="l">
              <a:spcBef>
                <a:spcPts val="1200"/>
              </a:spcBef>
              <a:spcAft>
                <a:spcPts val="0"/>
              </a:spcAft>
              <a:buNone/>
            </a:pPr>
            <a:r>
              <a:rPr lang="en-GB"/>
              <a:t>                    scanf("%f", &amp;height);</a:t>
            </a:r>
            <a:endParaRPr/>
          </a:p>
          <a:p>
            <a:pPr indent="0" lvl="0" marL="0" rtl="0" algn="l">
              <a:spcBef>
                <a:spcPts val="1200"/>
              </a:spcBef>
              <a:spcAft>
                <a:spcPts val="0"/>
              </a:spcAft>
              <a:buNone/>
            </a:pPr>
            <a:r>
              <a:rPr lang="en-GB"/>
              <a:t>volume = 3.1416 * radius * radius * height;</a:t>
            </a:r>
            <a:endParaRPr/>
          </a:p>
          <a:p>
            <a:pPr indent="0" lvl="0" marL="0" rtl="0" algn="l">
              <a:spcBef>
                <a:spcPts val="1200"/>
              </a:spcBef>
              <a:spcAft>
                <a:spcPts val="0"/>
              </a:spcAft>
              <a:buNone/>
            </a:pPr>
            <a:r>
              <a:rPr lang="en-GB"/>
              <a:t>                    printf("\nVolume of Cylindrical Tank = %.2f cubic meters\n", volume);</a:t>
            </a:r>
            <a:endParaRPr/>
          </a:p>
          <a:p>
            <a:pPr indent="0" lvl="0" marL="0" rtl="0" algn="l">
              <a:spcBef>
                <a:spcPts val="1200"/>
              </a:spcBef>
              <a:spcAft>
                <a:spcPts val="0"/>
              </a:spcAft>
              <a:buNone/>
            </a:pPr>
            <a:r>
              <a:rPr lang="en-GB"/>
              <a:t>                }</a:t>
            </a:r>
            <a:endParaRPr/>
          </a:p>
          <a:p>
            <a:pPr indent="0" lvl="0" marL="0" rtl="0" algn="l">
              <a:spcBef>
                <a:spcPts val="1200"/>
              </a:spcBef>
              <a:spcAft>
                <a:spcPts val="0"/>
              </a:spcAft>
              <a:buNone/>
            </a:pPr>
            <a:r>
              <a:rPr lang="en-GB"/>
              <a:t>                else {</a:t>
            </a:r>
            <a:endParaRPr/>
          </a:p>
          <a:p>
            <a:pPr indent="0" lvl="0" marL="0" rtl="0" algn="l">
              <a:spcBef>
                <a:spcPts val="1200"/>
              </a:spcBef>
              <a:spcAft>
                <a:spcPts val="0"/>
              </a:spcAft>
              <a:buNone/>
            </a:pPr>
            <a:r>
              <a:rPr lang="en-GB"/>
              <a:t>                    printf("Invalid tank type!\n");</a:t>
            </a:r>
            <a:endParaRPr/>
          </a:p>
          <a:p>
            <a:pPr indent="0" lvl="0" marL="0" rtl="0" algn="l">
              <a:spcBef>
                <a:spcPts val="1200"/>
              </a:spcBef>
              <a:spcAft>
                <a:spcPts val="0"/>
              </a:spcAft>
              <a:buNone/>
            </a:pPr>
            <a:r>
              <a:rPr lang="en-GB"/>
              <a:t>                }</a:t>
            </a:r>
            <a:endParaRPr/>
          </a:p>
          <a:p>
            <a:pPr indent="0" lvl="0" marL="0" rtl="0" algn="l">
              <a:spcBef>
                <a:spcPts val="1200"/>
              </a:spcBef>
              <a:spcAft>
                <a:spcPts val="0"/>
              </a:spcAft>
              <a:buNone/>
            </a:pPr>
            <a:r>
              <a:rPr lang="en-GB"/>
              <a:t>                break;</a:t>
            </a:r>
            <a:endParaRPr/>
          </a:p>
          <a:p>
            <a:pPr indent="0" lvl="0" marL="0" rtl="0" algn="l">
              <a:spcBef>
                <a:spcPts val="1200"/>
              </a:spcBef>
              <a:spcAft>
                <a:spcPts val="0"/>
              </a:spcAft>
              <a:buNone/>
            </a:pPr>
            <a:r>
              <a:rPr lang="en-GB"/>
              <a:t>            }</a:t>
            </a:r>
            <a:endParaRPr/>
          </a:p>
          <a:p>
            <a:pPr indent="0" lvl="0" marL="0" rtl="0" algn="l">
              <a:spcBef>
                <a:spcPts val="1200"/>
              </a:spcBef>
              <a:spcAft>
                <a:spcPts val="0"/>
              </a:spcAft>
              <a:buNone/>
            </a:pPr>
            <a:r>
              <a:rPr lang="en-GB"/>
              <a:t>            // -------------------- EXIT --------------------</a:t>
            </a:r>
            <a:endParaRPr/>
          </a:p>
          <a:p>
            <a:pPr indent="0" lvl="0" marL="0" rtl="0" algn="l">
              <a:spcBef>
                <a:spcPts val="1200"/>
              </a:spcBef>
              <a:spcAft>
                <a:spcPts val="1200"/>
              </a:spcAft>
              <a:buNone/>
            </a:pPr>
            <a:r>
              <a:rPr lang="en-GB"/>
              <a:t>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4"/>
          <p:cNvSpPr txBox="1"/>
          <p:nvPr>
            <p:ph idx="1" type="body"/>
          </p:nvPr>
        </p:nvSpPr>
        <p:spPr>
          <a:xfrm>
            <a:off x="830700" y="684675"/>
            <a:ext cx="7627500" cy="3800700"/>
          </a:xfrm>
          <a:prstGeom prst="rect">
            <a:avLst/>
          </a:prstGeom>
        </p:spPr>
        <p:txBody>
          <a:bodyPr anchorCtr="0" anchor="t" bIns="91425" lIns="91425" spcFirstLastPara="1" rIns="91425" wrap="square" tIns="91425">
            <a:normAutofit fontScale="77500" lnSpcReduction="20000"/>
          </a:bodyPr>
          <a:lstStyle/>
          <a:p>
            <a:pPr indent="0" lvl="0" marL="0" rtl="0" algn="l">
              <a:spcBef>
                <a:spcPts val="0"/>
              </a:spcBef>
              <a:spcAft>
                <a:spcPts val="0"/>
              </a:spcAft>
              <a:buNone/>
            </a:pPr>
            <a:r>
              <a:rPr lang="en-GB" sz="1400"/>
              <a:t>case 4:</a:t>
            </a:r>
            <a:endParaRPr sz="1400"/>
          </a:p>
          <a:p>
            <a:pPr indent="0" lvl="0" marL="0" rtl="0" algn="l">
              <a:spcBef>
                <a:spcPts val="1200"/>
              </a:spcBef>
              <a:spcAft>
                <a:spcPts val="0"/>
              </a:spcAft>
              <a:buNone/>
            </a:pPr>
            <a:r>
              <a:rPr lang="en-GB" sz="1400"/>
              <a:t>                printf("\nExiting program...\n");</a:t>
            </a:r>
            <a:endParaRPr sz="1400"/>
          </a:p>
          <a:p>
            <a:pPr indent="0" lvl="0" marL="0" rtl="0" algn="l">
              <a:spcBef>
                <a:spcPts val="1200"/>
              </a:spcBef>
              <a:spcAft>
                <a:spcPts val="0"/>
              </a:spcAft>
              <a:buNone/>
            </a:pPr>
            <a:r>
              <a:rPr lang="en-GB" sz="1400"/>
              <a:t>                return 0;  // stop entire program</a:t>
            </a:r>
            <a:endParaRPr sz="1400"/>
          </a:p>
          <a:p>
            <a:pPr indent="0" lvl="0" marL="0" rtl="0" algn="l">
              <a:spcBef>
                <a:spcPts val="1200"/>
              </a:spcBef>
              <a:spcAft>
                <a:spcPts val="0"/>
              </a:spcAft>
              <a:buNone/>
            </a:pPr>
            <a:r>
              <a:rPr lang="en-GB" sz="1400"/>
              <a:t>default:</a:t>
            </a:r>
            <a:endParaRPr sz="1400"/>
          </a:p>
          <a:p>
            <a:pPr indent="0" lvl="0" marL="0" rtl="0" algn="l">
              <a:spcBef>
                <a:spcPts val="1200"/>
              </a:spcBef>
              <a:spcAft>
                <a:spcPts val="0"/>
              </a:spcAft>
              <a:buNone/>
            </a:pPr>
            <a:r>
              <a:rPr lang="en-GB" sz="1400"/>
              <a:t>                printf("\nInvalid choice! Try again.\n");</a:t>
            </a:r>
            <a:endParaRPr sz="1400"/>
          </a:p>
          <a:p>
            <a:pPr indent="0" lvl="0" marL="0" rtl="0" algn="l">
              <a:spcBef>
                <a:spcPts val="1200"/>
              </a:spcBef>
              <a:spcAft>
                <a:spcPts val="0"/>
              </a:spcAft>
              <a:buNone/>
            </a:pPr>
            <a:r>
              <a:rPr lang="en-GB" sz="1400"/>
              <a:t>        }</a:t>
            </a:r>
            <a:endParaRPr sz="1400"/>
          </a:p>
          <a:p>
            <a:pPr indent="0" lvl="0" marL="0" rtl="0" algn="l">
              <a:spcBef>
                <a:spcPts val="1200"/>
              </a:spcBef>
              <a:spcAft>
                <a:spcPts val="0"/>
              </a:spcAft>
              <a:buNone/>
            </a:pPr>
            <a:r>
              <a:rPr lang="en-GB" sz="1400"/>
              <a:t>        printf("\nPress Enter to return to Main Menu...");</a:t>
            </a:r>
            <a:endParaRPr sz="1400"/>
          </a:p>
          <a:p>
            <a:pPr indent="0" lvl="0" marL="0" rtl="0" algn="l">
              <a:spcBef>
                <a:spcPts val="1200"/>
              </a:spcBef>
              <a:spcAft>
                <a:spcPts val="0"/>
              </a:spcAft>
              <a:buNone/>
            </a:pPr>
            <a:r>
              <a:rPr lang="en-GB" sz="1400"/>
              <a:t>        getchar(); // to consume leftover newline</a:t>
            </a:r>
            <a:endParaRPr sz="1400"/>
          </a:p>
          <a:p>
            <a:pPr indent="0" lvl="0" marL="0" rtl="0" algn="l">
              <a:spcBef>
                <a:spcPts val="1200"/>
              </a:spcBef>
              <a:spcAft>
                <a:spcPts val="0"/>
              </a:spcAft>
              <a:buNone/>
            </a:pPr>
            <a:r>
              <a:rPr lang="en-GB" sz="1400"/>
              <a:t>        getchar(); // wait for user</a:t>
            </a:r>
            <a:endParaRPr sz="1400"/>
          </a:p>
          <a:p>
            <a:pPr indent="0" lvl="0" marL="0" rtl="0" algn="l">
              <a:spcBef>
                <a:spcPts val="1200"/>
              </a:spcBef>
              <a:spcAft>
                <a:spcPts val="0"/>
              </a:spcAft>
              <a:buNone/>
            </a:pPr>
            <a:r>
              <a:rPr lang="en-GB" sz="1400"/>
              <a:t>    }</a:t>
            </a:r>
            <a:endParaRPr sz="1400"/>
          </a:p>
          <a:p>
            <a:pPr indent="0" lvl="0" marL="0" rtl="0" algn="l">
              <a:spcBef>
                <a:spcPts val="1200"/>
              </a:spcBef>
              <a:spcAft>
                <a:spcPts val="0"/>
              </a:spcAft>
              <a:buNone/>
            </a:pPr>
            <a:r>
              <a:rPr lang="en-GB" sz="1400"/>
              <a:t>    return 0;</a:t>
            </a:r>
            <a:endParaRPr sz="1400"/>
          </a:p>
          <a:p>
            <a:pPr indent="0" lvl="0" marL="0" rtl="0" algn="l">
              <a:spcBef>
                <a:spcPts val="1200"/>
              </a:spcBef>
              <a:spcAft>
                <a:spcPts val="1200"/>
              </a:spcAft>
              <a:buNone/>
            </a:pPr>
            <a:r>
              <a:rPr lang="en-GB" sz="1400"/>
              <a:t>}</a:t>
            </a:r>
            <a:endParaRPr sz="14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5"/>
          <p:cNvSpPr txBox="1"/>
          <p:nvPr>
            <p:ph type="title"/>
          </p:nvPr>
        </p:nvSpPr>
        <p:spPr>
          <a:xfrm>
            <a:off x="633275" y="759975"/>
            <a:ext cx="2179200" cy="2591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SAMPLE OU</a:t>
            </a:r>
            <a:r>
              <a:rPr lang="en-GB"/>
              <a:t>TPUT:</a:t>
            </a:r>
            <a:endParaRPr/>
          </a:p>
        </p:txBody>
      </p:sp>
      <p:sp>
        <p:nvSpPr>
          <p:cNvPr id="254" name="Google Shape;254;p35"/>
          <p:cNvSpPr txBox="1"/>
          <p:nvPr>
            <p:ph idx="1" type="body"/>
          </p:nvPr>
        </p:nvSpPr>
        <p:spPr>
          <a:xfrm>
            <a:off x="2812475" y="759975"/>
            <a:ext cx="5698200" cy="40146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GB" sz="1400"/>
              <a:t>1. Road Curve Design – Stopping Sight Distance (SSD)</a:t>
            </a:r>
            <a:endParaRPr sz="1400"/>
          </a:p>
          <a:p>
            <a:pPr indent="0" lvl="0" marL="0" rtl="0" algn="l">
              <a:spcBef>
                <a:spcPts val="1200"/>
              </a:spcBef>
              <a:spcAft>
                <a:spcPts val="0"/>
              </a:spcAft>
              <a:buNone/>
            </a:pPr>
            <a:r>
              <a:rPr lang="en-GB" sz="1400"/>
              <a:t>2. Soil Bearing Capacity Checker</a:t>
            </a:r>
            <a:endParaRPr sz="1400"/>
          </a:p>
          <a:p>
            <a:pPr indent="0" lvl="0" marL="0" rtl="0" algn="l">
              <a:spcBef>
                <a:spcPts val="1200"/>
              </a:spcBef>
              <a:spcAft>
                <a:spcPts val="0"/>
              </a:spcAft>
              <a:buNone/>
            </a:pPr>
            <a:r>
              <a:rPr lang="en-GB" sz="1400"/>
              <a:t>3. Water Tank Volume Calculator</a:t>
            </a:r>
            <a:endParaRPr sz="1400"/>
          </a:p>
          <a:p>
            <a:pPr indent="0" lvl="0" marL="0" rtl="0" algn="l">
              <a:spcBef>
                <a:spcPts val="1200"/>
              </a:spcBef>
              <a:spcAft>
                <a:spcPts val="0"/>
              </a:spcAft>
              <a:buNone/>
            </a:pPr>
            <a:r>
              <a:rPr lang="en-GB" sz="1400"/>
              <a:t>4. Exit</a:t>
            </a:r>
            <a:endParaRPr sz="1400"/>
          </a:p>
          <a:p>
            <a:pPr indent="0" lvl="0" marL="0" rtl="0" algn="l">
              <a:spcBef>
                <a:spcPts val="1200"/>
              </a:spcBef>
              <a:spcAft>
                <a:spcPts val="0"/>
              </a:spcAft>
              <a:buNone/>
            </a:pPr>
            <a:r>
              <a:rPr lang="en-GB" sz="1400"/>
              <a:t>Enter your choice: 1</a:t>
            </a:r>
            <a:endParaRPr sz="1400"/>
          </a:p>
          <a:p>
            <a:pPr indent="0" lvl="0" marL="0" rtl="0" algn="l">
              <a:spcBef>
                <a:spcPts val="1200"/>
              </a:spcBef>
              <a:spcAft>
                <a:spcPts val="0"/>
              </a:spcAft>
              <a:buNone/>
            </a:pPr>
            <a:r>
              <a:rPr lang="en-GB" sz="1400"/>
              <a:t>=== Road Curve Design – Stopping Sight Distance (SSD) ===</a:t>
            </a:r>
            <a:endParaRPr sz="1400"/>
          </a:p>
          <a:p>
            <a:pPr indent="0" lvl="0" marL="0" rtl="0" algn="l">
              <a:spcBef>
                <a:spcPts val="1200"/>
              </a:spcBef>
              <a:spcAft>
                <a:spcPts val="0"/>
              </a:spcAft>
              <a:buNone/>
            </a:pPr>
            <a:r>
              <a:rPr lang="en-GB" sz="1400"/>
              <a:t>Enter speed of vehicle (km/hr): 80</a:t>
            </a:r>
            <a:endParaRPr sz="1400"/>
          </a:p>
          <a:p>
            <a:pPr indent="0" lvl="0" marL="0" rtl="0" algn="l">
              <a:spcBef>
                <a:spcPts val="1200"/>
              </a:spcBef>
              <a:spcAft>
                <a:spcPts val="0"/>
              </a:spcAft>
              <a:buNone/>
            </a:pPr>
            <a:r>
              <a:rPr lang="en-GB" sz="1400"/>
              <a:t>Enter reaction time (sec): 5</a:t>
            </a:r>
            <a:endParaRPr sz="1400"/>
          </a:p>
          <a:p>
            <a:pPr indent="0" lvl="0" marL="0" rtl="0" algn="l">
              <a:spcBef>
                <a:spcPts val="1200"/>
              </a:spcBef>
              <a:spcAft>
                <a:spcPts val="0"/>
              </a:spcAft>
              <a:buNone/>
            </a:pPr>
            <a:r>
              <a:rPr lang="en-GB" sz="1400"/>
              <a:t>Enter coefficient of friction: 10</a:t>
            </a:r>
            <a:endParaRPr sz="1400"/>
          </a:p>
          <a:p>
            <a:pPr indent="0" lvl="0" marL="0" rtl="0" algn="l">
              <a:spcBef>
                <a:spcPts val="1200"/>
              </a:spcBef>
              <a:spcAft>
                <a:spcPts val="0"/>
              </a:spcAft>
              <a:buNone/>
            </a:pPr>
            <a:r>
              <a:rPr lang="en-GB" sz="1400"/>
              <a:t>Stopping Sight Distance (SSD) = 402.52 meters</a:t>
            </a:r>
            <a:endParaRPr sz="1400"/>
          </a:p>
          <a:p>
            <a:pPr indent="0" lvl="0" marL="0" rtl="0" algn="l">
              <a:spcBef>
                <a:spcPts val="1200"/>
              </a:spcBef>
              <a:spcAft>
                <a:spcPts val="1200"/>
              </a:spcAft>
              <a:buNone/>
            </a:pPr>
            <a:r>
              <a:rPr lang="en-GB" sz="1400"/>
              <a:t>Press Enter to return to Main Menu…</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36"/>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CONCLUSION:</a:t>
            </a:r>
            <a:endParaRPr/>
          </a:p>
        </p:txBody>
      </p:sp>
      <p:sp>
        <p:nvSpPr>
          <p:cNvPr id="260" name="Google Shape;260;p36"/>
          <p:cNvSpPr txBox="1"/>
          <p:nvPr>
            <p:ph idx="1" type="body"/>
          </p:nvPr>
        </p:nvSpPr>
        <p:spPr>
          <a:xfrm>
            <a:off x="819150" y="1439875"/>
            <a:ext cx="7505700" cy="3412800"/>
          </a:xfrm>
          <a:prstGeom prst="rect">
            <a:avLst/>
          </a:prstGeom>
        </p:spPr>
        <p:txBody>
          <a:bodyPr anchorCtr="0" anchor="t" bIns="91425" lIns="91425" spcFirstLastPara="1" rIns="91425" wrap="square" tIns="91425">
            <a:normAutofit lnSpcReduction="20000"/>
          </a:bodyPr>
          <a:lstStyle/>
          <a:p>
            <a:pPr indent="0" lvl="0" marL="0" rtl="0" algn="just">
              <a:spcBef>
                <a:spcPts val="0"/>
              </a:spcBef>
              <a:spcAft>
                <a:spcPts val="1200"/>
              </a:spcAft>
              <a:buNone/>
            </a:pPr>
            <a:r>
              <a:rPr lang="en-GB" sz="1900"/>
              <a:t>The Unified Civil Engineering Computation Tool (UCECT) integrates important civil engineering calculations into a single C-based application. It helps users easily perform Stopping Sight Distance, Soil Bearing Capacity, and Water Tank Volume calculations. The menu-driven approach makes the program simple and user-friendly. Accurate input handling and validation ensure reliable results. The modular structure improves clarity and allows easy modification or expansion in the future. UCECT bridges the gap between theoretical knowledge and practical engineering applications. It runs on basic hardware and standard C programming tools. Overall, the project is a useful learning and computation tool for civil engineering students</a:t>
            </a:r>
            <a:r>
              <a:rPr lang="en-GB" sz="1500"/>
              <a:t>.</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hift">
  <a:themeElements>
    <a:clrScheme name="Shift">
      <a:dk1>
        <a:srgbClr val="FFFFFF"/>
      </a:dk1>
      <a:lt1>
        <a:srgbClr val="AF7B51"/>
      </a:lt1>
      <a:dk2>
        <a:srgbClr val="233A44"/>
      </a:dk2>
      <a:lt2>
        <a:srgbClr val="D9D9D9"/>
      </a:lt2>
      <a:accent1>
        <a:srgbClr val="00796B"/>
      </a:accent1>
      <a:accent2>
        <a:srgbClr val="D9563F"/>
      </a:accent2>
      <a:accent3>
        <a:srgbClr val="C4A15A"/>
      </a:accent3>
      <a:accent4>
        <a:srgbClr val="14F597"/>
      </a:accent4>
      <a:accent5>
        <a:srgbClr val="3D4594"/>
      </a:accent5>
      <a:accent6>
        <a:srgbClr val="163EF5"/>
      </a:accent6>
      <a:hlink>
        <a:srgbClr val="3D4594"/>
      </a:hlink>
      <a:folHlink>
        <a:srgbClr val="3D459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